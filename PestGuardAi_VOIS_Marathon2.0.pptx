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A2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A2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81442" y="9977571"/>
            <a:ext cx="10006965" cy="309880"/>
          </a:xfrm>
          <a:custGeom>
            <a:avLst/>
            <a:gdLst/>
            <a:ahLst/>
            <a:cxnLst/>
            <a:rect l="l" t="t" r="r" b="b"/>
            <a:pathLst>
              <a:path w="10006965" h="309879">
                <a:moveTo>
                  <a:pt x="0" y="0"/>
                </a:moveTo>
                <a:lnTo>
                  <a:pt x="9911451" y="0"/>
                </a:lnTo>
                <a:lnTo>
                  <a:pt x="10006557" y="125836"/>
                </a:lnTo>
                <a:lnTo>
                  <a:pt x="10006557" y="309428"/>
                </a:lnTo>
                <a:lnTo>
                  <a:pt x="8651311" y="309428"/>
                </a:lnTo>
                <a:lnTo>
                  <a:pt x="8574758" y="208137"/>
                </a:lnTo>
                <a:lnTo>
                  <a:pt x="0" y="20813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976751"/>
            <a:ext cx="16856710" cy="310515"/>
          </a:xfrm>
          <a:custGeom>
            <a:avLst/>
            <a:gdLst/>
            <a:ahLst/>
            <a:cxnLst/>
            <a:rect l="l" t="t" r="r" b="b"/>
            <a:pathLst>
              <a:path w="16856710" h="310515">
                <a:moveTo>
                  <a:pt x="16856190" y="208965"/>
                </a:moveTo>
                <a:lnTo>
                  <a:pt x="16698875" y="825"/>
                </a:lnTo>
                <a:lnTo>
                  <a:pt x="8441728" y="825"/>
                </a:lnTo>
                <a:lnTo>
                  <a:pt x="8441728" y="0"/>
                </a:lnTo>
                <a:lnTo>
                  <a:pt x="0" y="0"/>
                </a:lnTo>
                <a:lnTo>
                  <a:pt x="0" y="310261"/>
                </a:lnTo>
                <a:lnTo>
                  <a:pt x="8441728" y="310261"/>
                </a:lnTo>
                <a:lnTo>
                  <a:pt x="8441728" y="208965"/>
                </a:lnTo>
                <a:lnTo>
                  <a:pt x="16856190" y="208965"/>
                </a:lnTo>
                <a:close/>
              </a:path>
            </a:pathLst>
          </a:custGeom>
          <a:solidFill>
            <a:srgbClr val="5B00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0039985" cy="571500"/>
          </a:xfrm>
          <a:custGeom>
            <a:avLst/>
            <a:gdLst/>
            <a:ahLst/>
            <a:cxnLst/>
            <a:rect l="l" t="t" r="r" b="b"/>
            <a:pathLst>
              <a:path w="10039985" h="571500">
                <a:moveTo>
                  <a:pt x="10039501" y="571499"/>
                </a:moveTo>
                <a:lnTo>
                  <a:pt x="0" y="571499"/>
                </a:lnTo>
                <a:lnTo>
                  <a:pt x="0" y="0"/>
                </a:lnTo>
                <a:lnTo>
                  <a:pt x="967539" y="0"/>
                </a:lnTo>
                <a:lnTo>
                  <a:pt x="1266748" y="395523"/>
                </a:lnTo>
                <a:lnTo>
                  <a:pt x="10039501" y="395523"/>
                </a:lnTo>
                <a:lnTo>
                  <a:pt x="10039501" y="5714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66736" y="11"/>
            <a:ext cx="17021810" cy="588010"/>
          </a:xfrm>
          <a:custGeom>
            <a:avLst/>
            <a:gdLst/>
            <a:ahLst/>
            <a:cxnLst/>
            <a:rect l="l" t="t" r="r" b="b"/>
            <a:pathLst>
              <a:path w="17021810" h="588010">
                <a:moveTo>
                  <a:pt x="17021252" y="0"/>
                </a:moveTo>
                <a:lnTo>
                  <a:pt x="8710016" y="0"/>
                </a:lnTo>
                <a:lnTo>
                  <a:pt x="8710016" y="395516"/>
                </a:lnTo>
                <a:lnTo>
                  <a:pt x="0" y="395516"/>
                </a:lnTo>
                <a:lnTo>
                  <a:pt x="133134" y="571500"/>
                </a:lnTo>
                <a:lnTo>
                  <a:pt x="8710016" y="571500"/>
                </a:lnTo>
                <a:lnTo>
                  <a:pt x="8710016" y="587844"/>
                </a:lnTo>
                <a:lnTo>
                  <a:pt x="17021252" y="587844"/>
                </a:lnTo>
                <a:lnTo>
                  <a:pt x="17021252" y="0"/>
                </a:lnTo>
                <a:close/>
              </a:path>
            </a:pathLst>
          </a:custGeom>
          <a:solidFill>
            <a:srgbClr val="5B000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4447" y="2124957"/>
            <a:ext cx="19049" cy="6038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A2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A2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81442" y="9977571"/>
            <a:ext cx="10006965" cy="309880"/>
          </a:xfrm>
          <a:custGeom>
            <a:avLst/>
            <a:gdLst/>
            <a:ahLst/>
            <a:cxnLst/>
            <a:rect l="l" t="t" r="r" b="b"/>
            <a:pathLst>
              <a:path w="10006965" h="309879">
                <a:moveTo>
                  <a:pt x="0" y="0"/>
                </a:moveTo>
                <a:lnTo>
                  <a:pt x="9911451" y="0"/>
                </a:lnTo>
                <a:lnTo>
                  <a:pt x="10006557" y="125836"/>
                </a:lnTo>
                <a:lnTo>
                  <a:pt x="10006557" y="309428"/>
                </a:lnTo>
                <a:lnTo>
                  <a:pt x="8651311" y="309428"/>
                </a:lnTo>
                <a:lnTo>
                  <a:pt x="8574758" y="208137"/>
                </a:lnTo>
                <a:lnTo>
                  <a:pt x="0" y="20813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976751"/>
            <a:ext cx="16856710" cy="310515"/>
          </a:xfrm>
          <a:custGeom>
            <a:avLst/>
            <a:gdLst/>
            <a:ahLst/>
            <a:cxnLst/>
            <a:rect l="l" t="t" r="r" b="b"/>
            <a:pathLst>
              <a:path w="16856710" h="310515">
                <a:moveTo>
                  <a:pt x="16856190" y="208965"/>
                </a:moveTo>
                <a:lnTo>
                  <a:pt x="16698875" y="825"/>
                </a:lnTo>
                <a:lnTo>
                  <a:pt x="8441728" y="825"/>
                </a:lnTo>
                <a:lnTo>
                  <a:pt x="8441728" y="0"/>
                </a:lnTo>
                <a:lnTo>
                  <a:pt x="0" y="0"/>
                </a:lnTo>
                <a:lnTo>
                  <a:pt x="0" y="310261"/>
                </a:lnTo>
                <a:lnTo>
                  <a:pt x="8441728" y="310261"/>
                </a:lnTo>
                <a:lnTo>
                  <a:pt x="8441728" y="208965"/>
                </a:lnTo>
                <a:lnTo>
                  <a:pt x="16856190" y="208965"/>
                </a:lnTo>
                <a:close/>
              </a:path>
            </a:pathLst>
          </a:custGeom>
          <a:solidFill>
            <a:srgbClr val="5B00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0039985" cy="571500"/>
          </a:xfrm>
          <a:custGeom>
            <a:avLst/>
            <a:gdLst/>
            <a:ahLst/>
            <a:cxnLst/>
            <a:rect l="l" t="t" r="r" b="b"/>
            <a:pathLst>
              <a:path w="10039985" h="571500">
                <a:moveTo>
                  <a:pt x="10039501" y="571499"/>
                </a:moveTo>
                <a:lnTo>
                  <a:pt x="0" y="571499"/>
                </a:lnTo>
                <a:lnTo>
                  <a:pt x="0" y="0"/>
                </a:lnTo>
                <a:lnTo>
                  <a:pt x="967539" y="0"/>
                </a:lnTo>
                <a:lnTo>
                  <a:pt x="1266748" y="395523"/>
                </a:lnTo>
                <a:lnTo>
                  <a:pt x="10039501" y="395523"/>
                </a:lnTo>
                <a:lnTo>
                  <a:pt x="10039501" y="5714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66736" y="11"/>
            <a:ext cx="17021810" cy="588010"/>
          </a:xfrm>
          <a:custGeom>
            <a:avLst/>
            <a:gdLst/>
            <a:ahLst/>
            <a:cxnLst/>
            <a:rect l="l" t="t" r="r" b="b"/>
            <a:pathLst>
              <a:path w="17021810" h="588010">
                <a:moveTo>
                  <a:pt x="17021252" y="0"/>
                </a:moveTo>
                <a:lnTo>
                  <a:pt x="8710016" y="0"/>
                </a:lnTo>
                <a:lnTo>
                  <a:pt x="8710016" y="395516"/>
                </a:lnTo>
                <a:lnTo>
                  <a:pt x="0" y="395516"/>
                </a:lnTo>
                <a:lnTo>
                  <a:pt x="133134" y="571500"/>
                </a:lnTo>
                <a:lnTo>
                  <a:pt x="8710016" y="571500"/>
                </a:lnTo>
                <a:lnTo>
                  <a:pt x="8710016" y="587844"/>
                </a:lnTo>
                <a:lnTo>
                  <a:pt x="17021252" y="587844"/>
                </a:lnTo>
                <a:lnTo>
                  <a:pt x="17021252" y="0"/>
                </a:lnTo>
                <a:close/>
              </a:path>
            </a:pathLst>
          </a:custGeom>
          <a:solidFill>
            <a:srgbClr val="5B00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20" y="472475"/>
            <a:ext cx="16800830" cy="1209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A2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8310" y="2039994"/>
            <a:ext cx="7947659" cy="642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117" Type="http://schemas.openxmlformats.org/officeDocument/2006/relationships/image" Target="../media/image117.png"/><Relationship Id="rId21" Type="http://schemas.openxmlformats.org/officeDocument/2006/relationships/image" Target="../media/image21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63" Type="http://schemas.openxmlformats.org/officeDocument/2006/relationships/image" Target="../media/image63.png"/><Relationship Id="rId68" Type="http://schemas.openxmlformats.org/officeDocument/2006/relationships/image" Target="../media/image68.png"/><Relationship Id="rId84" Type="http://schemas.openxmlformats.org/officeDocument/2006/relationships/image" Target="../media/image84.png"/><Relationship Id="rId89" Type="http://schemas.openxmlformats.org/officeDocument/2006/relationships/image" Target="../media/image89.png"/><Relationship Id="rId112" Type="http://schemas.openxmlformats.org/officeDocument/2006/relationships/image" Target="../media/image112.png"/><Relationship Id="rId133" Type="http://schemas.openxmlformats.org/officeDocument/2006/relationships/image" Target="../media/image133.png"/><Relationship Id="rId138" Type="http://schemas.openxmlformats.org/officeDocument/2006/relationships/image" Target="../media/image138.png"/><Relationship Id="rId154" Type="http://schemas.openxmlformats.org/officeDocument/2006/relationships/image" Target="../media/image154.png"/><Relationship Id="rId159" Type="http://schemas.openxmlformats.org/officeDocument/2006/relationships/image" Target="../media/image159.png"/><Relationship Id="rId16" Type="http://schemas.openxmlformats.org/officeDocument/2006/relationships/image" Target="../media/image16.png"/><Relationship Id="rId107" Type="http://schemas.openxmlformats.org/officeDocument/2006/relationships/image" Target="../media/image107.png"/><Relationship Id="rId11" Type="http://schemas.openxmlformats.org/officeDocument/2006/relationships/image" Target="../media/image11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3" Type="http://schemas.openxmlformats.org/officeDocument/2006/relationships/image" Target="../media/image53.png"/><Relationship Id="rId58" Type="http://schemas.openxmlformats.org/officeDocument/2006/relationships/image" Target="../media/image58.png"/><Relationship Id="rId74" Type="http://schemas.openxmlformats.org/officeDocument/2006/relationships/image" Target="../media/image74.png"/><Relationship Id="rId79" Type="http://schemas.openxmlformats.org/officeDocument/2006/relationships/image" Target="../media/image79.png"/><Relationship Id="rId102" Type="http://schemas.openxmlformats.org/officeDocument/2006/relationships/image" Target="../media/image102.png"/><Relationship Id="rId123" Type="http://schemas.openxmlformats.org/officeDocument/2006/relationships/image" Target="../media/image123.png"/><Relationship Id="rId128" Type="http://schemas.openxmlformats.org/officeDocument/2006/relationships/image" Target="../media/image128.png"/><Relationship Id="rId144" Type="http://schemas.openxmlformats.org/officeDocument/2006/relationships/image" Target="../media/image144.png"/><Relationship Id="rId149" Type="http://schemas.openxmlformats.org/officeDocument/2006/relationships/image" Target="../media/image149.png"/><Relationship Id="rId5" Type="http://schemas.openxmlformats.org/officeDocument/2006/relationships/image" Target="../media/image5.png"/><Relationship Id="rId90" Type="http://schemas.openxmlformats.org/officeDocument/2006/relationships/image" Target="../media/image90.png"/><Relationship Id="rId95" Type="http://schemas.openxmlformats.org/officeDocument/2006/relationships/image" Target="../media/image95.png"/><Relationship Id="rId160" Type="http://schemas.openxmlformats.org/officeDocument/2006/relationships/image" Target="../media/image160.png"/><Relationship Id="rId165" Type="http://schemas.openxmlformats.org/officeDocument/2006/relationships/image" Target="../media/image165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64" Type="http://schemas.openxmlformats.org/officeDocument/2006/relationships/image" Target="../media/image64.png"/><Relationship Id="rId69" Type="http://schemas.openxmlformats.org/officeDocument/2006/relationships/image" Target="../media/image69.png"/><Relationship Id="rId113" Type="http://schemas.openxmlformats.org/officeDocument/2006/relationships/image" Target="../media/image113.png"/><Relationship Id="rId118" Type="http://schemas.openxmlformats.org/officeDocument/2006/relationships/image" Target="../media/image118.png"/><Relationship Id="rId134" Type="http://schemas.openxmlformats.org/officeDocument/2006/relationships/image" Target="../media/image134.png"/><Relationship Id="rId139" Type="http://schemas.openxmlformats.org/officeDocument/2006/relationships/image" Target="../media/image139.png"/><Relationship Id="rId80" Type="http://schemas.openxmlformats.org/officeDocument/2006/relationships/image" Target="../media/image80.png"/><Relationship Id="rId85" Type="http://schemas.openxmlformats.org/officeDocument/2006/relationships/image" Target="../media/image85.png"/><Relationship Id="rId150" Type="http://schemas.openxmlformats.org/officeDocument/2006/relationships/image" Target="../media/image150.png"/><Relationship Id="rId155" Type="http://schemas.openxmlformats.org/officeDocument/2006/relationships/image" Target="../media/image155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59" Type="http://schemas.openxmlformats.org/officeDocument/2006/relationships/image" Target="../media/image59.png"/><Relationship Id="rId103" Type="http://schemas.openxmlformats.org/officeDocument/2006/relationships/image" Target="../media/image103.png"/><Relationship Id="rId108" Type="http://schemas.openxmlformats.org/officeDocument/2006/relationships/image" Target="../media/image108.png"/><Relationship Id="rId124" Type="http://schemas.openxmlformats.org/officeDocument/2006/relationships/image" Target="../media/image124.png"/><Relationship Id="rId129" Type="http://schemas.openxmlformats.org/officeDocument/2006/relationships/image" Target="../media/image129.png"/><Relationship Id="rId54" Type="http://schemas.openxmlformats.org/officeDocument/2006/relationships/image" Target="../media/image54.png"/><Relationship Id="rId70" Type="http://schemas.openxmlformats.org/officeDocument/2006/relationships/image" Target="../media/image70.png"/><Relationship Id="rId75" Type="http://schemas.openxmlformats.org/officeDocument/2006/relationships/image" Target="../media/image75.png"/><Relationship Id="rId91" Type="http://schemas.openxmlformats.org/officeDocument/2006/relationships/image" Target="../media/image91.png"/><Relationship Id="rId96" Type="http://schemas.openxmlformats.org/officeDocument/2006/relationships/image" Target="../media/image96.png"/><Relationship Id="rId140" Type="http://schemas.openxmlformats.org/officeDocument/2006/relationships/image" Target="../media/image140.png"/><Relationship Id="rId145" Type="http://schemas.openxmlformats.org/officeDocument/2006/relationships/image" Target="../media/image145.png"/><Relationship Id="rId161" Type="http://schemas.openxmlformats.org/officeDocument/2006/relationships/image" Target="../media/image161.png"/><Relationship Id="rId166" Type="http://schemas.openxmlformats.org/officeDocument/2006/relationships/image" Target="../media/image1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6" Type="http://schemas.openxmlformats.org/officeDocument/2006/relationships/image" Target="../media/image106.png"/><Relationship Id="rId114" Type="http://schemas.openxmlformats.org/officeDocument/2006/relationships/image" Target="../media/image114.png"/><Relationship Id="rId119" Type="http://schemas.openxmlformats.org/officeDocument/2006/relationships/image" Target="../media/image119.png"/><Relationship Id="rId127" Type="http://schemas.openxmlformats.org/officeDocument/2006/relationships/image" Target="../media/image127.png"/><Relationship Id="rId10" Type="http://schemas.openxmlformats.org/officeDocument/2006/relationships/image" Target="../media/image10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60" Type="http://schemas.openxmlformats.org/officeDocument/2006/relationships/image" Target="../media/image60.png"/><Relationship Id="rId65" Type="http://schemas.openxmlformats.org/officeDocument/2006/relationships/image" Target="../media/image65.png"/><Relationship Id="rId73" Type="http://schemas.openxmlformats.org/officeDocument/2006/relationships/image" Target="../media/image73.png"/><Relationship Id="rId78" Type="http://schemas.openxmlformats.org/officeDocument/2006/relationships/image" Target="../media/image78.png"/><Relationship Id="rId81" Type="http://schemas.openxmlformats.org/officeDocument/2006/relationships/image" Target="../media/image81.png"/><Relationship Id="rId86" Type="http://schemas.openxmlformats.org/officeDocument/2006/relationships/image" Target="../media/image86.png"/><Relationship Id="rId94" Type="http://schemas.openxmlformats.org/officeDocument/2006/relationships/image" Target="../media/image94.png"/><Relationship Id="rId99" Type="http://schemas.openxmlformats.org/officeDocument/2006/relationships/image" Target="../media/image99.png"/><Relationship Id="rId101" Type="http://schemas.openxmlformats.org/officeDocument/2006/relationships/image" Target="../media/image101.png"/><Relationship Id="rId122" Type="http://schemas.openxmlformats.org/officeDocument/2006/relationships/image" Target="../media/image122.png"/><Relationship Id="rId130" Type="http://schemas.openxmlformats.org/officeDocument/2006/relationships/image" Target="../media/image130.png"/><Relationship Id="rId135" Type="http://schemas.openxmlformats.org/officeDocument/2006/relationships/image" Target="../media/image135.png"/><Relationship Id="rId143" Type="http://schemas.openxmlformats.org/officeDocument/2006/relationships/image" Target="../media/image143.png"/><Relationship Id="rId148" Type="http://schemas.openxmlformats.org/officeDocument/2006/relationships/image" Target="../media/image148.png"/><Relationship Id="rId151" Type="http://schemas.openxmlformats.org/officeDocument/2006/relationships/image" Target="../media/image151.png"/><Relationship Id="rId156" Type="http://schemas.openxmlformats.org/officeDocument/2006/relationships/image" Target="../media/image156.png"/><Relationship Id="rId164" Type="http://schemas.openxmlformats.org/officeDocument/2006/relationships/image" Target="../media/image16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9" Type="http://schemas.openxmlformats.org/officeDocument/2006/relationships/image" Target="../media/image39.png"/><Relationship Id="rId109" Type="http://schemas.openxmlformats.org/officeDocument/2006/relationships/image" Target="../media/image109.png"/><Relationship Id="rId34" Type="http://schemas.openxmlformats.org/officeDocument/2006/relationships/image" Target="../media/image34.png"/><Relationship Id="rId50" Type="http://schemas.openxmlformats.org/officeDocument/2006/relationships/image" Target="../media/image50.png"/><Relationship Id="rId55" Type="http://schemas.openxmlformats.org/officeDocument/2006/relationships/image" Target="../media/image55.png"/><Relationship Id="rId76" Type="http://schemas.openxmlformats.org/officeDocument/2006/relationships/image" Target="../media/image76.png"/><Relationship Id="rId97" Type="http://schemas.openxmlformats.org/officeDocument/2006/relationships/image" Target="../media/image97.png"/><Relationship Id="rId104" Type="http://schemas.openxmlformats.org/officeDocument/2006/relationships/image" Target="../media/image104.png"/><Relationship Id="rId120" Type="http://schemas.openxmlformats.org/officeDocument/2006/relationships/image" Target="../media/image120.png"/><Relationship Id="rId125" Type="http://schemas.openxmlformats.org/officeDocument/2006/relationships/image" Target="../media/image125.png"/><Relationship Id="rId141" Type="http://schemas.openxmlformats.org/officeDocument/2006/relationships/image" Target="../media/image141.png"/><Relationship Id="rId146" Type="http://schemas.openxmlformats.org/officeDocument/2006/relationships/image" Target="../media/image146.png"/><Relationship Id="rId167" Type="http://schemas.openxmlformats.org/officeDocument/2006/relationships/image" Target="../media/image167.png"/><Relationship Id="rId7" Type="http://schemas.openxmlformats.org/officeDocument/2006/relationships/image" Target="../media/image7.png"/><Relationship Id="rId71" Type="http://schemas.openxmlformats.org/officeDocument/2006/relationships/image" Target="../media/image71.png"/><Relationship Id="rId92" Type="http://schemas.openxmlformats.org/officeDocument/2006/relationships/image" Target="../media/image92.png"/><Relationship Id="rId162" Type="http://schemas.openxmlformats.org/officeDocument/2006/relationships/image" Target="../media/image162.png"/><Relationship Id="rId2" Type="http://schemas.openxmlformats.org/officeDocument/2006/relationships/image" Target="../media/image2.jpg"/><Relationship Id="rId29" Type="http://schemas.openxmlformats.org/officeDocument/2006/relationships/image" Target="../media/image29.png"/><Relationship Id="rId24" Type="http://schemas.openxmlformats.org/officeDocument/2006/relationships/image" Target="../media/image24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66" Type="http://schemas.openxmlformats.org/officeDocument/2006/relationships/image" Target="../media/image66.png"/><Relationship Id="rId87" Type="http://schemas.openxmlformats.org/officeDocument/2006/relationships/image" Target="../media/image87.png"/><Relationship Id="rId110" Type="http://schemas.openxmlformats.org/officeDocument/2006/relationships/image" Target="../media/image110.png"/><Relationship Id="rId115" Type="http://schemas.openxmlformats.org/officeDocument/2006/relationships/image" Target="../media/image115.png"/><Relationship Id="rId131" Type="http://schemas.openxmlformats.org/officeDocument/2006/relationships/image" Target="../media/image131.png"/><Relationship Id="rId136" Type="http://schemas.openxmlformats.org/officeDocument/2006/relationships/image" Target="../media/image136.png"/><Relationship Id="rId157" Type="http://schemas.openxmlformats.org/officeDocument/2006/relationships/image" Target="../media/image157.png"/><Relationship Id="rId61" Type="http://schemas.openxmlformats.org/officeDocument/2006/relationships/image" Target="../media/image61.png"/><Relationship Id="rId82" Type="http://schemas.openxmlformats.org/officeDocument/2006/relationships/image" Target="../media/image82.png"/><Relationship Id="rId152" Type="http://schemas.openxmlformats.org/officeDocument/2006/relationships/image" Target="../media/image152.png"/><Relationship Id="rId19" Type="http://schemas.openxmlformats.org/officeDocument/2006/relationships/image" Target="../media/image19.png"/><Relationship Id="rId14" Type="http://schemas.openxmlformats.org/officeDocument/2006/relationships/image" Target="../media/image14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56" Type="http://schemas.openxmlformats.org/officeDocument/2006/relationships/image" Target="../media/image56.png"/><Relationship Id="rId77" Type="http://schemas.openxmlformats.org/officeDocument/2006/relationships/image" Target="../media/image77.png"/><Relationship Id="rId100" Type="http://schemas.openxmlformats.org/officeDocument/2006/relationships/image" Target="../media/image100.png"/><Relationship Id="rId105" Type="http://schemas.openxmlformats.org/officeDocument/2006/relationships/image" Target="../media/image105.png"/><Relationship Id="rId126" Type="http://schemas.openxmlformats.org/officeDocument/2006/relationships/image" Target="../media/image126.png"/><Relationship Id="rId147" Type="http://schemas.openxmlformats.org/officeDocument/2006/relationships/image" Target="../media/image147.png"/><Relationship Id="rId168" Type="http://schemas.openxmlformats.org/officeDocument/2006/relationships/image" Target="../media/image168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72" Type="http://schemas.openxmlformats.org/officeDocument/2006/relationships/image" Target="../media/image72.png"/><Relationship Id="rId93" Type="http://schemas.openxmlformats.org/officeDocument/2006/relationships/image" Target="../media/image93.png"/><Relationship Id="rId98" Type="http://schemas.openxmlformats.org/officeDocument/2006/relationships/image" Target="../media/image98.png"/><Relationship Id="rId121" Type="http://schemas.openxmlformats.org/officeDocument/2006/relationships/image" Target="../media/image121.png"/><Relationship Id="rId142" Type="http://schemas.openxmlformats.org/officeDocument/2006/relationships/image" Target="../media/image142.png"/><Relationship Id="rId163" Type="http://schemas.openxmlformats.org/officeDocument/2006/relationships/image" Target="../media/image163.png"/><Relationship Id="rId3" Type="http://schemas.openxmlformats.org/officeDocument/2006/relationships/image" Target="../media/image3.png"/><Relationship Id="rId25" Type="http://schemas.openxmlformats.org/officeDocument/2006/relationships/image" Target="../media/image25.png"/><Relationship Id="rId46" Type="http://schemas.openxmlformats.org/officeDocument/2006/relationships/image" Target="../media/image46.png"/><Relationship Id="rId67" Type="http://schemas.openxmlformats.org/officeDocument/2006/relationships/image" Target="../media/image67.png"/><Relationship Id="rId116" Type="http://schemas.openxmlformats.org/officeDocument/2006/relationships/image" Target="../media/image116.png"/><Relationship Id="rId137" Type="http://schemas.openxmlformats.org/officeDocument/2006/relationships/image" Target="../media/image137.png"/><Relationship Id="rId158" Type="http://schemas.openxmlformats.org/officeDocument/2006/relationships/image" Target="../media/image158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62" Type="http://schemas.openxmlformats.org/officeDocument/2006/relationships/image" Target="../media/image62.png"/><Relationship Id="rId83" Type="http://schemas.openxmlformats.org/officeDocument/2006/relationships/image" Target="../media/image83.png"/><Relationship Id="rId88" Type="http://schemas.openxmlformats.org/officeDocument/2006/relationships/image" Target="../media/image88.png"/><Relationship Id="rId111" Type="http://schemas.openxmlformats.org/officeDocument/2006/relationships/image" Target="../media/image111.png"/><Relationship Id="rId132" Type="http://schemas.openxmlformats.org/officeDocument/2006/relationships/image" Target="../media/image132.png"/><Relationship Id="rId153" Type="http://schemas.openxmlformats.org/officeDocument/2006/relationships/image" Target="../media/image15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g"/><Relationship Id="rId2" Type="http://schemas.openxmlformats.org/officeDocument/2006/relationships/image" Target="../media/image1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jpg"/><Relationship Id="rId5" Type="http://schemas.openxmlformats.org/officeDocument/2006/relationships/image" Target="../media/image191.jpg"/><Relationship Id="rId4" Type="http://schemas.openxmlformats.org/officeDocument/2006/relationships/image" Target="../media/image19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jpg"/><Relationship Id="rId4" Type="http://schemas.openxmlformats.org/officeDocument/2006/relationships/image" Target="../media/image19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mitalijadhav06-beep/pest-detection" TargetMode="Externa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g"/><Relationship Id="rId2" Type="http://schemas.openxmlformats.org/officeDocument/2006/relationships/hyperlink" Target="https://drive.google.com/drive/folders/1jOWf8LNDd0p_ZdAAJI_Mm1sBYVVMx1dQ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jpg"/><Relationship Id="rId4" Type="http://schemas.openxmlformats.org/officeDocument/2006/relationships/image" Target="../media/image202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6365"/>
            <a:chOff x="0" y="0"/>
            <a:chExt cx="18288000" cy="1028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7" cy="10286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53022" y="5761227"/>
              <a:ext cx="4981575" cy="323215"/>
            </a:xfrm>
            <a:custGeom>
              <a:avLst/>
              <a:gdLst/>
              <a:ahLst/>
              <a:cxnLst/>
              <a:rect l="l" t="t" r="r" b="b"/>
              <a:pathLst>
                <a:path w="4981575" h="323214">
                  <a:moveTo>
                    <a:pt x="323024" y="161518"/>
                  </a:moveTo>
                  <a:lnTo>
                    <a:pt x="316077" y="114630"/>
                  </a:lnTo>
                  <a:lnTo>
                    <a:pt x="295808" y="71780"/>
                  </a:lnTo>
                  <a:lnTo>
                    <a:pt x="263982" y="36664"/>
                  </a:lnTo>
                  <a:lnTo>
                    <a:pt x="223316" y="12293"/>
                  </a:lnTo>
                  <a:lnTo>
                    <a:pt x="177342" y="774"/>
                  </a:lnTo>
                  <a:lnTo>
                    <a:pt x="161505" y="0"/>
                  </a:lnTo>
                  <a:lnTo>
                    <a:pt x="145681" y="774"/>
                  </a:lnTo>
                  <a:lnTo>
                    <a:pt x="99707" y="12293"/>
                  </a:lnTo>
                  <a:lnTo>
                    <a:pt x="59042" y="36664"/>
                  </a:lnTo>
                  <a:lnTo>
                    <a:pt x="27216" y="71780"/>
                  </a:lnTo>
                  <a:lnTo>
                    <a:pt x="6946" y="114630"/>
                  </a:lnTo>
                  <a:lnTo>
                    <a:pt x="0" y="161518"/>
                  </a:lnTo>
                  <a:lnTo>
                    <a:pt x="774" y="177342"/>
                  </a:lnTo>
                  <a:lnTo>
                    <a:pt x="12293" y="223329"/>
                  </a:lnTo>
                  <a:lnTo>
                    <a:pt x="36652" y="263982"/>
                  </a:lnTo>
                  <a:lnTo>
                    <a:pt x="71780" y="295808"/>
                  </a:lnTo>
                  <a:lnTo>
                    <a:pt x="114630" y="316077"/>
                  </a:lnTo>
                  <a:lnTo>
                    <a:pt x="161505" y="323024"/>
                  </a:lnTo>
                  <a:lnTo>
                    <a:pt x="177342" y="322249"/>
                  </a:lnTo>
                  <a:lnTo>
                    <a:pt x="223316" y="310730"/>
                  </a:lnTo>
                  <a:lnTo>
                    <a:pt x="263982" y="286372"/>
                  </a:lnTo>
                  <a:lnTo>
                    <a:pt x="295808" y="251244"/>
                  </a:lnTo>
                  <a:lnTo>
                    <a:pt x="316077" y="208407"/>
                  </a:lnTo>
                  <a:lnTo>
                    <a:pt x="323024" y="161518"/>
                  </a:lnTo>
                  <a:close/>
                </a:path>
                <a:path w="4981575" h="323214">
                  <a:moveTo>
                    <a:pt x="4981245" y="161569"/>
                  </a:moveTo>
                  <a:lnTo>
                    <a:pt x="4974285" y="114681"/>
                  </a:lnTo>
                  <a:lnTo>
                    <a:pt x="4954016" y="71831"/>
                  </a:lnTo>
                  <a:lnTo>
                    <a:pt x="4922190" y="36715"/>
                  </a:lnTo>
                  <a:lnTo>
                    <a:pt x="4881524" y="12344"/>
                  </a:lnTo>
                  <a:lnTo>
                    <a:pt x="4835550" y="825"/>
                  </a:lnTo>
                  <a:lnTo>
                    <a:pt x="4819726" y="50"/>
                  </a:lnTo>
                  <a:lnTo>
                    <a:pt x="4803889" y="825"/>
                  </a:lnTo>
                  <a:lnTo>
                    <a:pt x="4757915" y="12344"/>
                  </a:lnTo>
                  <a:lnTo>
                    <a:pt x="4717262" y="36715"/>
                  </a:lnTo>
                  <a:lnTo>
                    <a:pt x="4685436" y="71831"/>
                  </a:lnTo>
                  <a:lnTo>
                    <a:pt x="4665167" y="114681"/>
                  </a:lnTo>
                  <a:lnTo>
                    <a:pt x="4658207" y="161569"/>
                  </a:lnTo>
                  <a:lnTo>
                    <a:pt x="4658982" y="177406"/>
                  </a:lnTo>
                  <a:lnTo>
                    <a:pt x="4670501" y="223380"/>
                  </a:lnTo>
                  <a:lnTo>
                    <a:pt x="4694872" y="264033"/>
                  </a:lnTo>
                  <a:lnTo>
                    <a:pt x="4730000" y="295859"/>
                  </a:lnTo>
                  <a:lnTo>
                    <a:pt x="4772838" y="316128"/>
                  </a:lnTo>
                  <a:lnTo>
                    <a:pt x="4819726" y="323075"/>
                  </a:lnTo>
                  <a:lnTo>
                    <a:pt x="4835563" y="322300"/>
                  </a:lnTo>
                  <a:lnTo>
                    <a:pt x="4881537" y="310781"/>
                  </a:lnTo>
                  <a:lnTo>
                    <a:pt x="4922190" y="286423"/>
                  </a:lnTo>
                  <a:lnTo>
                    <a:pt x="4954016" y="251294"/>
                  </a:lnTo>
                  <a:lnTo>
                    <a:pt x="4974285" y="208445"/>
                  </a:lnTo>
                  <a:lnTo>
                    <a:pt x="4981245" y="161569"/>
                  </a:lnTo>
                  <a:close/>
                </a:path>
              </a:pathLst>
            </a:custGeom>
            <a:solidFill>
              <a:srgbClr val="FF5959">
                <a:alpha val="148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11274" y="4208324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513" y="323027"/>
                  </a:moveTo>
                  <a:lnTo>
                    <a:pt x="114627" y="316074"/>
                  </a:lnTo>
                  <a:lnTo>
                    <a:pt x="71781" y="295806"/>
                  </a:lnTo>
                  <a:lnTo>
                    <a:pt x="36659" y="263977"/>
                  </a:lnTo>
                  <a:lnTo>
                    <a:pt x="12294" y="223322"/>
                  </a:lnTo>
                  <a:lnTo>
                    <a:pt x="775" y="177345"/>
                  </a:lnTo>
                  <a:lnTo>
                    <a:pt x="0" y="161514"/>
                  </a:lnTo>
                  <a:lnTo>
                    <a:pt x="775" y="145682"/>
                  </a:lnTo>
                  <a:lnTo>
                    <a:pt x="12294" y="99704"/>
                  </a:lnTo>
                  <a:lnTo>
                    <a:pt x="36659" y="59048"/>
                  </a:lnTo>
                  <a:lnTo>
                    <a:pt x="71781" y="27219"/>
                  </a:lnTo>
                  <a:lnTo>
                    <a:pt x="114627" y="6952"/>
                  </a:lnTo>
                  <a:lnTo>
                    <a:pt x="161513" y="0"/>
                  </a:lnTo>
                  <a:lnTo>
                    <a:pt x="177344" y="775"/>
                  </a:lnTo>
                  <a:lnTo>
                    <a:pt x="223321" y="12294"/>
                  </a:lnTo>
                  <a:lnTo>
                    <a:pt x="263978" y="36659"/>
                  </a:lnTo>
                  <a:lnTo>
                    <a:pt x="295807" y="71781"/>
                  </a:lnTo>
                  <a:lnTo>
                    <a:pt x="316073" y="114628"/>
                  </a:lnTo>
                  <a:lnTo>
                    <a:pt x="323028" y="161514"/>
                  </a:lnTo>
                  <a:lnTo>
                    <a:pt x="322251" y="177345"/>
                  </a:lnTo>
                  <a:lnTo>
                    <a:pt x="310732" y="223322"/>
                  </a:lnTo>
                  <a:lnTo>
                    <a:pt x="286366" y="263977"/>
                  </a:lnTo>
                  <a:lnTo>
                    <a:pt x="251245" y="295806"/>
                  </a:lnTo>
                  <a:lnTo>
                    <a:pt x="208399" y="316074"/>
                  </a:lnTo>
                  <a:lnTo>
                    <a:pt x="161513" y="323027"/>
                  </a:lnTo>
                  <a:close/>
                </a:path>
              </a:pathLst>
            </a:custGeom>
            <a:solidFill>
              <a:srgbClr val="FF5959">
                <a:alpha val="263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05806" y="731383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5">
                  <a:moveTo>
                    <a:pt x="275724" y="275719"/>
                  </a:moveTo>
                  <a:lnTo>
                    <a:pt x="237654" y="303956"/>
                  </a:lnTo>
                  <a:lnTo>
                    <a:pt x="193026" y="319924"/>
                  </a:lnTo>
                  <a:lnTo>
                    <a:pt x="161517" y="323028"/>
                  </a:lnTo>
                  <a:lnTo>
                    <a:pt x="145685" y="322252"/>
                  </a:lnTo>
                  <a:lnTo>
                    <a:pt x="99707" y="310734"/>
                  </a:lnTo>
                  <a:lnTo>
                    <a:pt x="59051" y="286369"/>
                  </a:lnTo>
                  <a:lnTo>
                    <a:pt x="27221" y="251248"/>
                  </a:lnTo>
                  <a:lnTo>
                    <a:pt x="6953" y="208401"/>
                  </a:lnTo>
                  <a:lnTo>
                    <a:pt x="0" y="161516"/>
                  </a:lnTo>
                  <a:lnTo>
                    <a:pt x="775" y="145685"/>
                  </a:lnTo>
                  <a:lnTo>
                    <a:pt x="12293" y="99708"/>
                  </a:lnTo>
                  <a:lnTo>
                    <a:pt x="36659" y="59052"/>
                  </a:lnTo>
                  <a:lnTo>
                    <a:pt x="71779" y="27221"/>
                  </a:lnTo>
                  <a:lnTo>
                    <a:pt x="114625" y="6953"/>
                  </a:lnTo>
                  <a:lnTo>
                    <a:pt x="161511" y="0"/>
                  </a:lnTo>
                  <a:lnTo>
                    <a:pt x="177342" y="775"/>
                  </a:lnTo>
                  <a:lnTo>
                    <a:pt x="223319" y="12293"/>
                  </a:lnTo>
                  <a:lnTo>
                    <a:pt x="263976" y="36659"/>
                  </a:lnTo>
                  <a:lnTo>
                    <a:pt x="295805" y="71779"/>
                  </a:lnTo>
                  <a:lnTo>
                    <a:pt x="316073" y="114625"/>
                  </a:lnTo>
                  <a:lnTo>
                    <a:pt x="323028" y="161511"/>
                  </a:lnTo>
                  <a:lnTo>
                    <a:pt x="322252" y="177342"/>
                  </a:lnTo>
                  <a:lnTo>
                    <a:pt x="310733" y="223320"/>
                  </a:lnTo>
                  <a:lnTo>
                    <a:pt x="286369" y="263976"/>
                  </a:lnTo>
                  <a:lnTo>
                    <a:pt x="275724" y="275719"/>
                  </a:lnTo>
                  <a:close/>
                </a:path>
              </a:pathLst>
            </a:custGeom>
            <a:solidFill>
              <a:srgbClr val="FF5959">
                <a:alpha val="29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58599" y="7313898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5">
                  <a:moveTo>
                    <a:pt x="161514" y="323028"/>
                  </a:moveTo>
                  <a:lnTo>
                    <a:pt x="114628" y="316074"/>
                  </a:lnTo>
                  <a:lnTo>
                    <a:pt x="71781" y="295808"/>
                  </a:lnTo>
                  <a:lnTo>
                    <a:pt x="36659" y="263978"/>
                  </a:lnTo>
                  <a:lnTo>
                    <a:pt x="12293" y="223322"/>
                  </a:lnTo>
                  <a:lnTo>
                    <a:pt x="775" y="177345"/>
                  </a:lnTo>
                  <a:lnTo>
                    <a:pt x="0" y="161514"/>
                  </a:lnTo>
                  <a:lnTo>
                    <a:pt x="775" y="145682"/>
                  </a:lnTo>
                  <a:lnTo>
                    <a:pt x="12293" y="99704"/>
                  </a:lnTo>
                  <a:lnTo>
                    <a:pt x="36659" y="59049"/>
                  </a:lnTo>
                  <a:lnTo>
                    <a:pt x="71781" y="27220"/>
                  </a:lnTo>
                  <a:lnTo>
                    <a:pt x="114628" y="6952"/>
                  </a:lnTo>
                  <a:lnTo>
                    <a:pt x="161514" y="0"/>
                  </a:lnTo>
                  <a:lnTo>
                    <a:pt x="177345" y="776"/>
                  </a:lnTo>
                  <a:lnTo>
                    <a:pt x="223322" y="12293"/>
                  </a:lnTo>
                  <a:lnTo>
                    <a:pt x="263978" y="36660"/>
                  </a:lnTo>
                  <a:lnTo>
                    <a:pt x="295806" y="71780"/>
                  </a:lnTo>
                  <a:lnTo>
                    <a:pt x="316073" y="114627"/>
                  </a:lnTo>
                  <a:lnTo>
                    <a:pt x="323028" y="161514"/>
                  </a:lnTo>
                  <a:lnTo>
                    <a:pt x="322251" y="177345"/>
                  </a:lnTo>
                  <a:lnTo>
                    <a:pt x="310731" y="223322"/>
                  </a:lnTo>
                  <a:lnTo>
                    <a:pt x="286366" y="263978"/>
                  </a:lnTo>
                  <a:lnTo>
                    <a:pt x="251245" y="295807"/>
                  </a:lnTo>
                  <a:lnTo>
                    <a:pt x="208399" y="316074"/>
                  </a:lnTo>
                  <a:lnTo>
                    <a:pt x="161514" y="323028"/>
                  </a:lnTo>
                  <a:close/>
                </a:path>
              </a:pathLst>
            </a:custGeom>
            <a:solidFill>
              <a:srgbClr val="FF5959">
                <a:alpha val="167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53297" y="420823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98530" y="318603"/>
                  </a:moveTo>
                  <a:lnTo>
                    <a:pt x="182943" y="321486"/>
                  </a:lnTo>
                  <a:lnTo>
                    <a:pt x="167150" y="322823"/>
                  </a:lnTo>
                  <a:lnTo>
                    <a:pt x="151300" y="322611"/>
                  </a:lnTo>
                  <a:lnTo>
                    <a:pt x="104943" y="312732"/>
                  </a:lnTo>
                  <a:lnTo>
                    <a:pt x="63447" y="289826"/>
                  </a:lnTo>
                  <a:lnTo>
                    <a:pt x="30390" y="255858"/>
                  </a:lnTo>
                  <a:lnTo>
                    <a:pt x="8614" y="213759"/>
                  </a:lnTo>
                  <a:lnTo>
                    <a:pt x="0" y="167150"/>
                  </a:lnTo>
                  <a:lnTo>
                    <a:pt x="212" y="151301"/>
                  </a:lnTo>
                  <a:lnTo>
                    <a:pt x="10090" y="104943"/>
                  </a:lnTo>
                  <a:lnTo>
                    <a:pt x="32997" y="63447"/>
                  </a:lnTo>
                  <a:lnTo>
                    <a:pt x="66964" y="30390"/>
                  </a:lnTo>
                  <a:lnTo>
                    <a:pt x="109064" y="8614"/>
                  </a:lnTo>
                  <a:lnTo>
                    <a:pt x="155673" y="0"/>
                  </a:lnTo>
                  <a:lnTo>
                    <a:pt x="171522" y="212"/>
                  </a:lnTo>
                  <a:lnTo>
                    <a:pt x="217879" y="10090"/>
                  </a:lnTo>
                  <a:lnTo>
                    <a:pt x="259375" y="32996"/>
                  </a:lnTo>
                  <a:lnTo>
                    <a:pt x="292432" y="66965"/>
                  </a:lnTo>
                  <a:lnTo>
                    <a:pt x="314209" y="109065"/>
                  </a:lnTo>
                  <a:lnTo>
                    <a:pt x="322823" y="155673"/>
                  </a:lnTo>
                  <a:lnTo>
                    <a:pt x="322610" y="171522"/>
                  </a:lnTo>
                  <a:lnTo>
                    <a:pt x="312732" y="217880"/>
                  </a:lnTo>
                  <a:lnTo>
                    <a:pt x="289826" y="259375"/>
                  </a:lnTo>
                  <a:lnTo>
                    <a:pt x="255858" y="292433"/>
                  </a:lnTo>
                  <a:lnTo>
                    <a:pt x="213759" y="314209"/>
                  </a:lnTo>
                  <a:lnTo>
                    <a:pt x="198530" y="318603"/>
                  </a:lnTo>
                  <a:close/>
                </a:path>
              </a:pathLst>
            </a:custGeom>
            <a:solidFill>
              <a:srgbClr val="FF5959">
                <a:alpha val="40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82261" y="7313898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5">
                  <a:moveTo>
                    <a:pt x="161514" y="323028"/>
                  </a:moveTo>
                  <a:lnTo>
                    <a:pt x="114627" y="316074"/>
                  </a:lnTo>
                  <a:lnTo>
                    <a:pt x="71781" y="295808"/>
                  </a:lnTo>
                  <a:lnTo>
                    <a:pt x="36659" y="263978"/>
                  </a:lnTo>
                  <a:lnTo>
                    <a:pt x="12293" y="223322"/>
                  </a:lnTo>
                  <a:lnTo>
                    <a:pt x="775" y="177345"/>
                  </a:lnTo>
                  <a:lnTo>
                    <a:pt x="0" y="161514"/>
                  </a:lnTo>
                  <a:lnTo>
                    <a:pt x="775" y="145682"/>
                  </a:lnTo>
                  <a:lnTo>
                    <a:pt x="12293" y="99704"/>
                  </a:lnTo>
                  <a:lnTo>
                    <a:pt x="36659" y="59049"/>
                  </a:lnTo>
                  <a:lnTo>
                    <a:pt x="71781" y="27220"/>
                  </a:lnTo>
                  <a:lnTo>
                    <a:pt x="114627" y="6952"/>
                  </a:lnTo>
                  <a:lnTo>
                    <a:pt x="161514" y="0"/>
                  </a:lnTo>
                  <a:lnTo>
                    <a:pt x="177345" y="776"/>
                  </a:lnTo>
                  <a:lnTo>
                    <a:pt x="223321" y="12293"/>
                  </a:lnTo>
                  <a:lnTo>
                    <a:pt x="263977" y="36660"/>
                  </a:lnTo>
                  <a:lnTo>
                    <a:pt x="295806" y="71780"/>
                  </a:lnTo>
                  <a:lnTo>
                    <a:pt x="316073" y="114627"/>
                  </a:lnTo>
                  <a:lnTo>
                    <a:pt x="323028" y="161514"/>
                  </a:lnTo>
                  <a:lnTo>
                    <a:pt x="322251" y="177345"/>
                  </a:lnTo>
                  <a:lnTo>
                    <a:pt x="310732" y="223322"/>
                  </a:lnTo>
                  <a:lnTo>
                    <a:pt x="286366" y="263978"/>
                  </a:lnTo>
                  <a:lnTo>
                    <a:pt x="251245" y="295807"/>
                  </a:lnTo>
                  <a:lnTo>
                    <a:pt x="208398" y="316074"/>
                  </a:lnTo>
                  <a:lnTo>
                    <a:pt x="161514" y="323028"/>
                  </a:lnTo>
                  <a:close/>
                </a:path>
              </a:pathLst>
            </a:custGeom>
            <a:solidFill>
              <a:srgbClr val="FF5959">
                <a:alpha val="21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58599" y="265564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514" y="323027"/>
                  </a:moveTo>
                  <a:lnTo>
                    <a:pt x="114628" y="316074"/>
                  </a:lnTo>
                  <a:lnTo>
                    <a:pt x="71781" y="295806"/>
                  </a:lnTo>
                  <a:lnTo>
                    <a:pt x="36659" y="263978"/>
                  </a:lnTo>
                  <a:lnTo>
                    <a:pt x="12293" y="223322"/>
                  </a:lnTo>
                  <a:lnTo>
                    <a:pt x="775" y="177345"/>
                  </a:lnTo>
                  <a:lnTo>
                    <a:pt x="0" y="161514"/>
                  </a:lnTo>
                  <a:lnTo>
                    <a:pt x="775" y="145682"/>
                  </a:lnTo>
                  <a:lnTo>
                    <a:pt x="12293" y="99704"/>
                  </a:lnTo>
                  <a:lnTo>
                    <a:pt x="36659" y="59049"/>
                  </a:lnTo>
                  <a:lnTo>
                    <a:pt x="71781" y="27219"/>
                  </a:lnTo>
                  <a:lnTo>
                    <a:pt x="114628" y="6952"/>
                  </a:lnTo>
                  <a:lnTo>
                    <a:pt x="161514" y="0"/>
                  </a:lnTo>
                  <a:lnTo>
                    <a:pt x="177345" y="775"/>
                  </a:lnTo>
                  <a:lnTo>
                    <a:pt x="223322" y="12294"/>
                  </a:lnTo>
                  <a:lnTo>
                    <a:pt x="263978" y="36660"/>
                  </a:lnTo>
                  <a:lnTo>
                    <a:pt x="295806" y="71781"/>
                  </a:lnTo>
                  <a:lnTo>
                    <a:pt x="316073" y="114627"/>
                  </a:lnTo>
                  <a:lnTo>
                    <a:pt x="323028" y="161514"/>
                  </a:lnTo>
                  <a:lnTo>
                    <a:pt x="322251" y="177345"/>
                  </a:lnTo>
                  <a:lnTo>
                    <a:pt x="310731" y="223322"/>
                  </a:lnTo>
                  <a:lnTo>
                    <a:pt x="286366" y="263978"/>
                  </a:lnTo>
                  <a:lnTo>
                    <a:pt x="251245" y="295807"/>
                  </a:lnTo>
                  <a:lnTo>
                    <a:pt x="208399" y="316074"/>
                  </a:lnTo>
                  <a:lnTo>
                    <a:pt x="161514" y="323027"/>
                  </a:lnTo>
                  <a:close/>
                </a:path>
              </a:pathLst>
            </a:custGeom>
            <a:solidFill>
              <a:srgbClr val="FF5959">
                <a:alpha val="43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06109" y="2655482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98530" y="318602"/>
                  </a:moveTo>
                  <a:lnTo>
                    <a:pt x="182943" y="321485"/>
                  </a:lnTo>
                  <a:lnTo>
                    <a:pt x="167149" y="322823"/>
                  </a:lnTo>
                  <a:lnTo>
                    <a:pt x="151300" y="322610"/>
                  </a:lnTo>
                  <a:lnTo>
                    <a:pt x="104943" y="312732"/>
                  </a:lnTo>
                  <a:lnTo>
                    <a:pt x="63447" y="289826"/>
                  </a:lnTo>
                  <a:lnTo>
                    <a:pt x="30390" y="255858"/>
                  </a:lnTo>
                  <a:lnTo>
                    <a:pt x="8614" y="213759"/>
                  </a:lnTo>
                  <a:lnTo>
                    <a:pt x="0" y="167150"/>
                  </a:lnTo>
                  <a:lnTo>
                    <a:pt x="212" y="151300"/>
                  </a:lnTo>
                  <a:lnTo>
                    <a:pt x="10090" y="104943"/>
                  </a:lnTo>
                  <a:lnTo>
                    <a:pt x="32996" y="63447"/>
                  </a:lnTo>
                  <a:lnTo>
                    <a:pt x="66964" y="30390"/>
                  </a:lnTo>
                  <a:lnTo>
                    <a:pt x="109064" y="8614"/>
                  </a:lnTo>
                  <a:lnTo>
                    <a:pt x="155673" y="0"/>
                  </a:lnTo>
                  <a:lnTo>
                    <a:pt x="171522" y="212"/>
                  </a:lnTo>
                  <a:lnTo>
                    <a:pt x="217880" y="10090"/>
                  </a:lnTo>
                  <a:lnTo>
                    <a:pt x="259375" y="32996"/>
                  </a:lnTo>
                  <a:lnTo>
                    <a:pt x="292432" y="66964"/>
                  </a:lnTo>
                  <a:lnTo>
                    <a:pt x="314209" y="109064"/>
                  </a:lnTo>
                  <a:lnTo>
                    <a:pt x="322823" y="155673"/>
                  </a:lnTo>
                  <a:lnTo>
                    <a:pt x="322610" y="171522"/>
                  </a:lnTo>
                  <a:lnTo>
                    <a:pt x="312732" y="217879"/>
                  </a:lnTo>
                  <a:lnTo>
                    <a:pt x="289826" y="259375"/>
                  </a:lnTo>
                  <a:lnTo>
                    <a:pt x="255858" y="292432"/>
                  </a:lnTo>
                  <a:lnTo>
                    <a:pt x="213759" y="314209"/>
                  </a:lnTo>
                  <a:lnTo>
                    <a:pt x="198530" y="318602"/>
                  </a:lnTo>
                  <a:close/>
                </a:path>
              </a:pathLst>
            </a:custGeom>
            <a:solidFill>
              <a:srgbClr val="FF5959">
                <a:alpha val="288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18870" y="6926844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09">
                  <a:moveTo>
                    <a:pt x="160398" y="320797"/>
                  </a:moveTo>
                  <a:lnTo>
                    <a:pt x="113835" y="313891"/>
                  </a:lnTo>
                  <a:lnTo>
                    <a:pt x="71285" y="293764"/>
                  </a:lnTo>
                  <a:lnTo>
                    <a:pt x="36406" y="262155"/>
                  </a:lnTo>
                  <a:lnTo>
                    <a:pt x="12208" y="221779"/>
                  </a:lnTo>
                  <a:lnTo>
                    <a:pt x="770" y="176119"/>
                  </a:lnTo>
                  <a:lnTo>
                    <a:pt x="0" y="160398"/>
                  </a:lnTo>
                  <a:lnTo>
                    <a:pt x="770" y="144675"/>
                  </a:lnTo>
                  <a:lnTo>
                    <a:pt x="12209" y="99015"/>
                  </a:lnTo>
                  <a:lnTo>
                    <a:pt x="36406" y="58640"/>
                  </a:lnTo>
                  <a:lnTo>
                    <a:pt x="71285" y="27031"/>
                  </a:lnTo>
                  <a:lnTo>
                    <a:pt x="113835" y="6904"/>
                  </a:lnTo>
                  <a:lnTo>
                    <a:pt x="160398" y="0"/>
                  </a:lnTo>
                  <a:lnTo>
                    <a:pt x="176120" y="770"/>
                  </a:lnTo>
                  <a:lnTo>
                    <a:pt x="221779" y="12208"/>
                  </a:lnTo>
                  <a:lnTo>
                    <a:pt x="262154" y="36407"/>
                  </a:lnTo>
                  <a:lnTo>
                    <a:pt x="293764" y="71284"/>
                  </a:lnTo>
                  <a:lnTo>
                    <a:pt x="313891" y="113835"/>
                  </a:lnTo>
                  <a:lnTo>
                    <a:pt x="320797" y="160398"/>
                  </a:lnTo>
                  <a:lnTo>
                    <a:pt x="320026" y="176119"/>
                  </a:lnTo>
                  <a:lnTo>
                    <a:pt x="308586" y="221779"/>
                  </a:lnTo>
                  <a:lnTo>
                    <a:pt x="284389" y="262155"/>
                  </a:lnTo>
                  <a:lnTo>
                    <a:pt x="249510" y="293764"/>
                  </a:lnTo>
                  <a:lnTo>
                    <a:pt x="206959" y="313891"/>
                  </a:lnTo>
                  <a:lnTo>
                    <a:pt x="160398" y="320797"/>
                  </a:lnTo>
                  <a:close/>
                </a:path>
              </a:pathLst>
            </a:custGeom>
            <a:solidFill>
              <a:srgbClr val="FF5959">
                <a:alpha val="4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47883" y="6926844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09">
                  <a:moveTo>
                    <a:pt x="160398" y="320797"/>
                  </a:moveTo>
                  <a:lnTo>
                    <a:pt x="113836" y="313891"/>
                  </a:lnTo>
                  <a:lnTo>
                    <a:pt x="71285" y="293764"/>
                  </a:lnTo>
                  <a:lnTo>
                    <a:pt x="36406" y="262155"/>
                  </a:lnTo>
                  <a:lnTo>
                    <a:pt x="12208" y="221779"/>
                  </a:lnTo>
                  <a:lnTo>
                    <a:pt x="770" y="176119"/>
                  </a:lnTo>
                  <a:lnTo>
                    <a:pt x="0" y="160398"/>
                  </a:lnTo>
                  <a:lnTo>
                    <a:pt x="770" y="144675"/>
                  </a:lnTo>
                  <a:lnTo>
                    <a:pt x="12208" y="99015"/>
                  </a:lnTo>
                  <a:lnTo>
                    <a:pt x="36406" y="58640"/>
                  </a:lnTo>
                  <a:lnTo>
                    <a:pt x="71285" y="27031"/>
                  </a:lnTo>
                  <a:lnTo>
                    <a:pt x="113836" y="6904"/>
                  </a:lnTo>
                  <a:lnTo>
                    <a:pt x="160398" y="0"/>
                  </a:lnTo>
                  <a:lnTo>
                    <a:pt x="176119" y="770"/>
                  </a:lnTo>
                  <a:lnTo>
                    <a:pt x="221779" y="12208"/>
                  </a:lnTo>
                  <a:lnTo>
                    <a:pt x="262154" y="36407"/>
                  </a:lnTo>
                  <a:lnTo>
                    <a:pt x="293763" y="71284"/>
                  </a:lnTo>
                  <a:lnTo>
                    <a:pt x="313891" y="113835"/>
                  </a:lnTo>
                  <a:lnTo>
                    <a:pt x="320796" y="160398"/>
                  </a:lnTo>
                  <a:lnTo>
                    <a:pt x="320025" y="176119"/>
                  </a:lnTo>
                  <a:lnTo>
                    <a:pt x="308586" y="221779"/>
                  </a:lnTo>
                  <a:lnTo>
                    <a:pt x="284389" y="262155"/>
                  </a:lnTo>
                  <a:lnTo>
                    <a:pt x="249510" y="293764"/>
                  </a:lnTo>
                  <a:lnTo>
                    <a:pt x="206959" y="313891"/>
                  </a:lnTo>
                  <a:lnTo>
                    <a:pt x="160398" y="320797"/>
                  </a:lnTo>
                  <a:close/>
                </a:path>
              </a:pathLst>
            </a:custGeom>
            <a:solidFill>
              <a:srgbClr val="FF5959">
                <a:alpha val="238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24557" y="6150180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97159" y="316403"/>
                  </a:moveTo>
                  <a:lnTo>
                    <a:pt x="181680" y="319266"/>
                  </a:lnTo>
                  <a:lnTo>
                    <a:pt x="165995" y="320594"/>
                  </a:lnTo>
                  <a:lnTo>
                    <a:pt x="150256" y="320383"/>
                  </a:lnTo>
                  <a:lnTo>
                    <a:pt x="104218" y="310572"/>
                  </a:lnTo>
                  <a:lnTo>
                    <a:pt x="63009" y="287824"/>
                  </a:lnTo>
                  <a:lnTo>
                    <a:pt x="30179" y="254091"/>
                  </a:lnTo>
                  <a:lnTo>
                    <a:pt x="8554" y="212282"/>
                  </a:lnTo>
                  <a:lnTo>
                    <a:pt x="0" y="165996"/>
                  </a:lnTo>
                  <a:lnTo>
                    <a:pt x="210" y="150256"/>
                  </a:lnTo>
                  <a:lnTo>
                    <a:pt x="10020" y="104218"/>
                  </a:lnTo>
                  <a:lnTo>
                    <a:pt x="32768" y="63009"/>
                  </a:lnTo>
                  <a:lnTo>
                    <a:pt x="66502" y="30181"/>
                  </a:lnTo>
                  <a:lnTo>
                    <a:pt x="108311" y="8555"/>
                  </a:lnTo>
                  <a:lnTo>
                    <a:pt x="154598" y="0"/>
                  </a:lnTo>
                  <a:lnTo>
                    <a:pt x="170337" y="211"/>
                  </a:lnTo>
                  <a:lnTo>
                    <a:pt x="216375" y="10021"/>
                  </a:lnTo>
                  <a:lnTo>
                    <a:pt x="257585" y="32769"/>
                  </a:lnTo>
                  <a:lnTo>
                    <a:pt x="290413" y="66502"/>
                  </a:lnTo>
                  <a:lnTo>
                    <a:pt x="312039" y="108311"/>
                  </a:lnTo>
                  <a:lnTo>
                    <a:pt x="320594" y="154598"/>
                  </a:lnTo>
                  <a:lnTo>
                    <a:pt x="320382" y="170337"/>
                  </a:lnTo>
                  <a:lnTo>
                    <a:pt x="310573" y="216375"/>
                  </a:lnTo>
                  <a:lnTo>
                    <a:pt x="287825" y="257585"/>
                  </a:lnTo>
                  <a:lnTo>
                    <a:pt x="254091" y="290413"/>
                  </a:lnTo>
                  <a:lnTo>
                    <a:pt x="212283" y="312039"/>
                  </a:lnTo>
                  <a:lnTo>
                    <a:pt x="197159" y="316403"/>
                  </a:lnTo>
                  <a:close/>
                </a:path>
              </a:pathLst>
            </a:custGeom>
            <a:solidFill>
              <a:srgbClr val="FF5959">
                <a:alpha val="27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4349" y="4985878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10">
                  <a:moveTo>
                    <a:pt x="273819" y="273815"/>
                  </a:moveTo>
                  <a:lnTo>
                    <a:pt x="236013" y="301857"/>
                  </a:lnTo>
                  <a:lnTo>
                    <a:pt x="191693" y="317714"/>
                  </a:lnTo>
                  <a:lnTo>
                    <a:pt x="160401" y="320797"/>
                  </a:lnTo>
                  <a:lnTo>
                    <a:pt x="144679" y="320026"/>
                  </a:lnTo>
                  <a:lnTo>
                    <a:pt x="99019" y="308588"/>
                  </a:lnTo>
                  <a:lnTo>
                    <a:pt x="58643" y="284391"/>
                  </a:lnTo>
                  <a:lnTo>
                    <a:pt x="27033" y="249513"/>
                  </a:lnTo>
                  <a:lnTo>
                    <a:pt x="6905" y="206963"/>
                  </a:lnTo>
                  <a:lnTo>
                    <a:pt x="0" y="160401"/>
                  </a:lnTo>
                  <a:lnTo>
                    <a:pt x="770" y="144679"/>
                  </a:lnTo>
                  <a:lnTo>
                    <a:pt x="12208" y="99019"/>
                  </a:lnTo>
                  <a:lnTo>
                    <a:pt x="36405" y="58644"/>
                  </a:lnTo>
                  <a:lnTo>
                    <a:pt x="71284" y="27033"/>
                  </a:lnTo>
                  <a:lnTo>
                    <a:pt x="113833" y="6905"/>
                  </a:lnTo>
                  <a:lnTo>
                    <a:pt x="160395" y="0"/>
                  </a:lnTo>
                  <a:lnTo>
                    <a:pt x="176117" y="770"/>
                  </a:lnTo>
                  <a:lnTo>
                    <a:pt x="221777" y="12209"/>
                  </a:lnTo>
                  <a:lnTo>
                    <a:pt x="262153" y="36405"/>
                  </a:lnTo>
                  <a:lnTo>
                    <a:pt x="293763" y="71283"/>
                  </a:lnTo>
                  <a:lnTo>
                    <a:pt x="313890" y="113834"/>
                  </a:lnTo>
                  <a:lnTo>
                    <a:pt x="320797" y="160395"/>
                  </a:lnTo>
                  <a:lnTo>
                    <a:pt x="320026" y="176117"/>
                  </a:lnTo>
                  <a:lnTo>
                    <a:pt x="308588" y="221777"/>
                  </a:lnTo>
                  <a:lnTo>
                    <a:pt x="284391" y="262153"/>
                  </a:lnTo>
                  <a:lnTo>
                    <a:pt x="273819" y="273815"/>
                  </a:lnTo>
                  <a:close/>
                </a:path>
              </a:pathLst>
            </a:custGeom>
            <a:solidFill>
              <a:srgbClr val="FF5959">
                <a:alpha val="92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83336" y="2656614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10">
                  <a:moveTo>
                    <a:pt x="308587" y="221780"/>
                  </a:moveTo>
                  <a:lnTo>
                    <a:pt x="284389" y="262155"/>
                  </a:lnTo>
                  <a:lnTo>
                    <a:pt x="249510" y="293765"/>
                  </a:lnTo>
                  <a:lnTo>
                    <a:pt x="206960" y="313891"/>
                  </a:lnTo>
                  <a:lnTo>
                    <a:pt x="160398" y="320796"/>
                  </a:lnTo>
                  <a:lnTo>
                    <a:pt x="144676" y="320026"/>
                  </a:lnTo>
                  <a:lnTo>
                    <a:pt x="99016" y="308586"/>
                  </a:lnTo>
                  <a:lnTo>
                    <a:pt x="58641" y="284389"/>
                  </a:lnTo>
                  <a:lnTo>
                    <a:pt x="27031" y="249510"/>
                  </a:lnTo>
                  <a:lnTo>
                    <a:pt x="6904" y="206959"/>
                  </a:lnTo>
                  <a:lnTo>
                    <a:pt x="0" y="160398"/>
                  </a:lnTo>
                  <a:lnTo>
                    <a:pt x="770" y="144676"/>
                  </a:lnTo>
                  <a:lnTo>
                    <a:pt x="12209" y="99016"/>
                  </a:lnTo>
                  <a:lnTo>
                    <a:pt x="36407" y="58641"/>
                  </a:lnTo>
                  <a:lnTo>
                    <a:pt x="71285" y="27032"/>
                  </a:lnTo>
                  <a:lnTo>
                    <a:pt x="113835" y="6904"/>
                  </a:lnTo>
                  <a:lnTo>
                    <a:pt x="160397" y="0"/>
                  </a:lnTo>
                  <a:lnTo>
                    <a:pt x="176120" y="770"/>
                  </a:lnTo>
                  <a:lnTo>
                    <a:pt x="221780" y="12209"/>
                  </a:lnTo>
                  <a:lnTo>
                    <a:pt x="262155" y="36407"/>
                  </a:lnTo>
                  <a:lnTo>
                    <a:pt x="293764" y="71286"/>
                  </a:lnTo>
                  <a:lnTo>
                    <a:pt x="313891" y="113837"/>
                  </a:lnTo>
                  <a:lnTo>
                    <a:pt x="320796" y="160398"/>
                  </a:lnTo>
                  <a:lnTo>
                    <a:pt x="320026" y="176120"/>
                  </a:lnTo>
                  <a:lnTo>
                    <a:pt x="317714" y="191690"/>
                  </a:lnTo>
                  <a:lnTo>
                    <a:pt x="313891" y="206960"/>
                  </a:lnTo>
                  <a:lnTo>
                    <a:pt x="308587" y="221780"/>
                  </a:lnTo>
                  <a:close/>
                </a:path>
              </a:pathLst>
            </a:custGeom>
            <a:solidFill>
              <a:srgbClr val="FF5959">
                <a:alpha val="29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2310" y="6150506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10">
                  <a:moveTo>
                    <a:pt x="160398" y="320797"/>
                  </a:moveTo>
                  <a:lnTo>
                    <a:pt x="113836" y="313891"/>
                  </a:lnTo>
                  <a:lnTo>
                    <a:pt x="71285" y="293763"/>
                  </a:lnTo>
                  <a:lnTo>
                    <a:pt x="36406" y="262154"/>
                  </a:lnTo>
                  <a:lnTo>
                    <a:pt x="12209" y="221779"/>
                  </a:lnTo>
                  <a:lnTo>
                    <a:pt x="770" y="176119"/>
                  </a:lnTo>
                  <a:lnTo>
                    <a:pt x="0" y="160398"/>
                  </a:lnTo>
                  <a:lnTo>
                    <a:pt x="770" y="144676"/>
                  </a:lnTo>
                  <a:lnTo>
                    <a:pt x="12209" y="99016"/>
                  </a:lnTo>
                  <a:lnTo>
                    <a:pt x="36406" y="58641"/>
                  </a:lnTo>
                  <a:lnTo>
                    <a:pt x="71285" y="27031"/>
                  </a:lnTo>
                  <a:lnTo>
                    <a:pt x="113836" y="6904"/>
                  </a:lnTo>
                  <a:lnTo>
                    <a:pt x="160398" y="0"/>
                  </a:lnTo>
                  <a:lnTo>
                    <a:pt x="176120" y="770"/>
                  </a:lnTo>
                  <a:lnTo>
                    <a:pt x="221780" y="12209"/>
                  </a:lnTo>
                  <a:lnTo>
                    <a:pt x="262154" y="36407"/>
                  </a:lnTo>
                  <a:lnTo>
                    <a:pt x="293764" y="71285"/>
                  </a:lnTo>
                  <a:lnTo>
                    <a:pt x="313891" y="113835"/>
                  </a:lnTo>
                  <a:lnTo>
                    <a:pt x="320797" y="160398"/>
                  </a:lnTo>
                  <a:lnTo>
                    <a:pt x="320026" y="176119"/>
                  </a:lnTo>
                  <a:lnTo>
                    <a:pt x="308587" y="221779"/>
                  </a:lnTo>
                  <a:lnTo>
                    <a:pt x="284389" y="262155"/>
                  </a:lnTo>
                  <a:lnTo>
                    <a:pt x="249510" y="293765"/>
                  </a:lnTo>
                  <a:lnTo>
                    <a:pt x="206959" y="313891"/>
                  </a:lnTo>
                  <a:lnTo>
                    <a:pt x="160398" y="320797"/>
                  </a:lnTo>
                  <a:close/>
                </a:path>
              </a:pathLst>
            </a:custGeom>
            <a:solidFill>
              <a:srgbClr val="FF5959">
                <a:alpha val="282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2709" y="6540683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5" h="316865">
                  <a:moveTo>
                    <a:pt x="158390" y="316781"/>
                  </a:moveTo>
                  <a:lnTo>
                    <a:pt x="112411" y="309962"/>
                  </a:lnTo>
                  <a:lnTo>
                    <a:pt x="70393" y="290088"/>
                  </a:lnTo>
                  <a:lnTo>
                    <a:pt x="35951" y="258873"/>
                  </a:lnTo>
                  <a:lnTo>
                    <a:pt x="12056" y="219003"/>
                  </a:lnTo>
                  <a:lnTo>
                    <a:pt x="760" y="173915"/>
                  </a:lnTo>
                  <a:lnTo>
                    <a:pt x="0" y="158390"/>
                  </a:lnTo>
                  <a:lnTo>
                    <a:pt x="760" y="142865"/>
                  </a:lnTo>
                  <a:lnTo>
                    <a:pt x="12056" y="97775"/>
                  </a:lnTo>
                  <a:lnTo>
                    <a:pt x="35951" y="57906"/>
                  </a:lnTo>
                  <a:lnTo>
                    <a:pt x="70393" y="26693"/>
                  </a:lnTo>
                  <a:lnTo>
                    <a:pt x="112411" y="6818"/>
                  </a:lnTo>
                  <a:lnTo>
                    <a:pt x="158390" y="0"/>
                  </a:lnTo>
                  <a:lnTo>
                    <a:pt x="173915" y="760"/>
                  </a:lnTo>
                  <a:lnTo>
                    <a:pt x="219003" y="12055"/>
                  </a:lnTo>
                  <a:lnTo>
                    <a:pt x="258873" y="35951"/>
                  </a:lnTo>
                  <a:lnTo>
                    <a:pt x="290087" y="70392"/>
                  </a:lnTo>
                  <a:lnTo>
                    <a:pt x="309962" y="112410"/>
                  </a:lnTo>
                  <a:lnTo>
                    <a:pt x="316781" y="158390"/>
                  </a:lnTo>
                  <a:lnTo>
                    <a:pt x="316020" y="173915"/>
                  </a:lnTo>
                  <a:lnTo>
                    <a:pt x="304724" y="219003"/>
                  </a:lnTo>
                  <a:lnTo>
                    <a:pt x="280829" y="258873"/>
                  </a:lnTo>
                  <a:lnTo>
                    <a:pt x="246387" y="290088"/>
                  </a:lnTo>
                  <a:lnTo>
                    <a:pt x="204369" y="309963"/>
                  </a:lnTo>
                  <a:lnTo>
                    <a:pt x="158390" y="316781"/>
                  </a:lnTo>
                  <a:close/>
                </a:path>
              </a:pathLst>
            </a:custGeom>
            <a:solidFill>
              <a:srgbClr val="FF5959">
                <a:alpha val="102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21086" y="3046769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5" h="316864">
                  <a:moveTo>
                    <a:pt x="194691" y="312442"/>
                  </a:moveTo>
                  <a:lnTo>
                    <a:pt x="179406" y="315269"/>
                  </a:lnTo>
                  <a:lnTo>
                    <a:pt x="163917" y="316581"/>
                  </a:lnTo>
                  <a:lnTo>
                    <a:pt x="148375" y="316372"/>
                  </a:lnTo>
                  <a:lnTo>
                    <a:pt x="102914" y="306685"/>
                  </a:lnTo>
                  <a:lnTo>
                    <a:pt x="62220" y="284221"/>
                  </a:lnTo>
                  <a:lnTo>
                    <a:pt x="29802" y="250911"/>
                  </a:lnTo>
                  <a:lnTo>
                    <a:pt x="8447" y="209625"/>
                  </a:lnTo>
                  <a:lnTo>
                    <a:pt x="0" y="163918"/>
                  </a:lnTo>
                  <a:lnTo>
                    <a:pt x="208" y="148375"/>
                  </a:lnTo>
                  <a:lnTo>
                    <a:pt x="9895" y="102914"/>
                  </a:lnTo>
                  <a:lnTo>
                    <a:pt x="32358" y="62220"/>
                  </a:lnTo>
                  <a:lnTo>
                    <a:pt x="65670" y="29802"/>
                  </a:lnTo>
                  <a:lnTo>
                    <a:pt x="106956" y="8447"/>
                  </a:lnTo>
                  <a:lnTo>
                    <a:pt x="152663" y="0"/>
                  </a:lnTo>
                  <a:lnTo>
                    <a:pt x="168205" y="208"/>
                  </a:lnTo>
                  <a:lnTo>
                    <a:pt x="213666" y="9895"/>
                  </a:lnTo>
                  <a:lnTo>
                    <a:pt x="254360" y="32359"/>
                  </a:lnTo>
                  <a:lnTo>
                    <a:pt x="286778" y="65670"/>
                  </a:lnTo>
                  <a:lnTo>
                    <a:pt x="308133" y="106955"/>
                  </a:lnTo>
                  <a:lnTo>
                    <a:pt x="316581" y="152663"/>
                  </a:lnTo>
                  <a:lnTo>
                    <a:pt x="316372" y="168205"/>
                  </a:lnTo>
                  <a:lnTo>
                    <a:pt x="306685" y="213666"/>
                  </a:lnTo>
                  <a:lnTo>
                    <a:pt x="284222" y="254360"/>
                  </a:lnTo>
                  <a:lnTo>
                    <a:pt x="250910" y="286777"/>
                  </a:lnTo>
                  <a:lnTo>
                    <a:pt x="209625" y="308133"/>
                  </a:lnTo>
                  <a:lnTo>
                    <a:pt x="194691" y="312442"/>
                  </a:lnTo>
                  <a:close/>
                </a:path>
              </a:pathLst>
            </a:custGeom>
            <a:solidFill>
              <a:srgbClr val="FF5959">
                <a:alpha val="185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44397" y="3823246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5" h="316864">
                  <a:moveTo>
                    <a:pt x="270392" y="270387"/>
                  </a:moveTo>
                  <a:lnTo>
                    <a:pt x="233058" y="298078"/>
                  </a:lnTo>
                  <a:lnTo>
                    <a:pt x="189293" y="313737"/>
                  </a:lnTo>
                  <a:lnTo>
                    <a:pt x="158393" y="316781"/>
                  </a:lnTo>
                  <a:lnTo>
                    <a:pt x="142867" y="316020"/>
                  </a:lnTo>
                  <a:lnTo>
                    <a:pt x="97779" y="304725"/>
                  </a:lnTo>
                  <a:lnTo>
                    <a:pt x="57909" y="280831"/>
                  </a:lnTo>
                  <a:lnTo>
                    <a:pt x="26695" y="246390"/>
                  </a:lnTo>
                  <a:lnTo>
                    <a:pt x="6819" y="204372"/>
                  </a:lnTo>
                  <a:lnTo>
                    <a:pt x="0" y="158393"/>
                  </a:lnTo>
                  <a:lnTo>
                    <a:pt x="760" y="142868"/>
                  </a:lnTo>
                  <a:lnTo>
                    <a:pt x="12055" y="97779"/>
                  </a:lnTo>
                  <a:lnTo>
                    <a:pt x="35949" y="57909"/>
                  </a:lnTo>
                  <a:lnTo>
                    <a:pt x="70391" y="26695"/>
                  </a:lnTo>
                  <a:lnTo>
                    <a:pt x="112408" y="6819"/>
                  </a:lnTo>
                  <a:lnTo>
                    <a:pt x="158387" y="0"/>
                  </a:lnTo>
                  <a:lnTo>
                    <a:pt x="173912" y="760"/>
                  </a:lnTo>
                  <a:lnTo>
                    <a:pt x="219001" y="12056"/>
                  </a:lnTo>
                  <a:lnTo>
                    <a:pt x="258871" y="35949"/>
                  </a:lnTo>
                  <a:lnTo>
                    <a:pt x="290085" y="70391"/>
                  </a:lnTo>
                  <a:lnTo>
                    <a:pt x="309961" y="112409"/>
                  </a:lnTo>
                  <a:lnTo>
                    <a:pt x="316781" y="158387"/>
                  </a:lnTo>
                  <a:lnTo>
                    <a:pt x="316020" y="173912"/>
                  </a:lnTo>
                  <a:lnTo>
                    <a:pt x="304725" y="219001"/>
                  </a:lnTo>
                  <a:lnTo>
                    <a:pt x="280831" y="258871"/>
                  </a:lnTo>
                  <a:lnTo>
                    <a:pt x="270392" y="270387"/>
                  </a:lnTo>
                  <a:close/>
                </a:path>
              </a:pathLst>
            </a:custGeom>
            <a:solidFill>
              <a:srgbClr val="FF5959">
                <a:alpha val="83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26121" y="3823380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5" h="316864">
                  <a:moveTo>
                    <a:pt x="270392" y="270387"/>
                  </a:moveTo>
                  <a:lnTo>
                    <a:pt x="233058" y="298078"/>
                  </a:lnTo>
                  <a:lnTo>
                    <a:pt x="189293" y="313736"/>
                  </a:lnTo>
                  <a:lnTo>
                    <a:pt x="158393" y="316781"/>
                  </a:lnTo>
                  <a:lnTo>
                    <a:pt x="142868" y="316020"/>
                  </a:lnTo>
                  <a:lnTo>
                    <a:pt x="97780" y="304725"/>
                  </a:lnTo>
                  <a:lnTo>
                    <a:pt x="57909" y="280831"/>
                  </a:lnTo>
                  <a:lnTo>
                    <a:pt x="26695" y="246389"/>
                  </a:lnTo>
                  <a:lnTo>
                    <a:pt x="6819" y="204372"/>
                  </a:lnTo>
                  <a:lnTo>
                    <a:pt x="0" y="158393"/>
                  </a:lnTo>
                  <a:lnTo>
                    <a:pt x="760" y="142868"/>
                  </a:lnTo>
                  <a:lnTo>
                    <a:pt x="12055" y="97779"/>
                  </a:lnTo>
                  <a:lnTo>
                    <a:pt x="35950" y="57909"/>
                  </a:lnTo>
                  <a:lnTo>
                    <a:pt x="70391" y="26695"/>
                  </a:lnTo>
                  <a:lnTo>
                    <a:pt x="112408" y="6819"/>
                  </a:lnTo>
                  <a:lnTo>
                    <a:pt x="158388" y="0"/>
                  </a:lnTo>
                  <a:lnTo>
                    <a:pt x="173912" y="761"/>
                  </a:lnTo>
                  <a:lnTo>
                    <a:pt x="219001" y="12056"/>
                  </a:lnTo>
                  <a:lnTo>
                    <a:pt x="258872" y="35949"/>
                  </a:lnTo>
                  <a:lnTo>
                    <a:pt x="290086" y="70391"/>
                  </a:lnTo>
                  <a:lnTo>
                    <a:pt x="309961" y="112409"/>
                  </a:lnTo>
                  <a:lnTo>
                    <a:pt x="316782" y="158387"/>
                  </a:lnTo>
                  <a:lnTo>
                    <a:pt x="316021" y="173912"/>
                  </a:lnTo>
                  <a:lnTo>
                    <a:pt x="304725" y="219001"/>
                  </a:lnTo>
                  <a:lnTo>
                    <a:pt x="280831" y="258871"/>
                  </a:lnTo>
                  <a:lnTo>
                    <a:pt x="270392" y="270387"/>
                  </a:lnTo>
                  <a:close/>
                </a:path>
              </a:pathLst>
            </a:custGeom>
            <a:solidFill>
              <a:srgbClr val="FF5959">
                <a:alpha val="3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151453" y="3048503"/>
              <a:ext cx="313690" cy="313690"/>
            </a:xfrm>
            <a:custGeom>
              <a:avLst/>
              <a:gdLst/>
              <a:ahLst/>
              <a:cxnLst/>
              <a:rect l="l" t="t" r="r" b="b"/>
              <a:pathLst>
                <a:path w="313690" h="313689">
                  <a:moveTo>
                    <a:pt x="156829" y="313658"/>
                  </a:moveTo>
                  <a:lnTo>
                    <a:pt x="111303" y="306906"/>
                  </a:lnTo>
                  <a:lnTo>
                    <a:pt x="69698" y="287227"/>
                  </a:lnTo>
                  <a:lnTo>
                    <a:pt x="35595" y="256321"/>
                  </a:lnTo>
                  <a:lnTo>
                    <a:pt x="11937" y="216844"/>
                  </a:lnTo>
                  <a:lnTo>
                    <a:pt x="753" y="172201"/>
                  </a:lnTo>
                  <a:lnTo>
                    <a:pt x="0" y="156829"/>
                  </a:lnTo>
                  <a:lnTo>
                    <a:pt x="752" y="141456"/>
                  </a:lnTo>
                  <a:lnTo>
                    <a:pt x="11937" y="96812"/>
                  </a:lnTo>
                  <a:lnTo>
                    <a:pt x="35595" y="57336"/>
                  </a:lnTo>
                  <a:lnTo>
                    <a:pt x="69699" y="26430"/>
                  </a:lnTo>
                  <a:lnTo>
                    <a:pt x="111302" y="6751"/>
                  </a:lnTo>
                  <a:lnTo>
                    <a:pt x="156829" y="0"/>
                  </a:lnTo>
                  <a:lnTo>
                    <a:pt x="172200" y="753"/>
                  </a:lnTo>
                  <a:lnTo>
                    <a:pt x="216844" y="11937"/>
                  </a:lnTo>
                  <a:lnTo>
                    <a:pt x="256320" y="35596"/>
                  </a:lnTo>
                  <a:lnTo>
                    <a:pt x="287227" y="69699"/>
                  </a:lnTo>
                  <a:lnTo>
                    <a:pt x="306906" y="111302"/>
                  </a:lnTo>
                  <a:lnTo>
                    <a:pt x="313658" y="156829"/>
                  </a:lnTo>
                  <a:lnTo>
                    <a:pt x="312904" y="172201"/>
                  </a:lnTo>
                  <a:lnTo>
                    <a:pt x="301720" y="216844"/>
                  </a:lnTo>
                  <a:lnTo>
                    <a:pt x="278060" y="256321"/>
                  </a:lnTo>
                  <a:lnTo>
                    <a:pt x="243957" y="287227"/>
                  </a:lnTo>
                  <a:lnTo>
                    <a:pt x="202353" y="306906"/>
                  </a:lnTo>
                  <a:lnTo>
                    <a:pt x="156829" y="313658"/>
                  </a:lnTo>
                  <a:close/>
                </a:path>
              </a:pathLst>
            </a:custGeom>
            <a:solidFill>
              <a:srgbClr val="FF5959">
                <a:alpha val="195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39975" y="6541941"/>
              <a:ext cx="313690" cy="313690"/>
            </a:xfrm>
            <a:custGeom>
              <a:avLst/>
              <a:gdLst/>
              <a:ahLst/>
              <a:cxnLst/>
              <a:rect l="l" t="t" r="r" b="b"/>
              <a:pathLst>
                <a:path w="313690" h="313690">
                  <a:moveTo>
                    <a:pt x="192771" y="309361"/>
                  </a:moveTo>
                  <a:lnTo>
                    <a:pt x="177636" y="312160"/>
                  </a:lnTo>
                  <a:lnTo>
                    <a:pt x="162300" y="313458"/>
                  </a:lnTo>
                  <a:lnTo>
                    <a:pt x="146911" y="313251"/>
                  </a:lnTo>
                  <a:lnTo>
                    <a:pt x="101898" y="303659"/>
                  </a:lnTo>
                  <a:lnTo>
                    <a:pt x="61606" y="281418"/>
                  </a:lnTo>
                  <a:lnTo>
                    <a:pt x="29508" y="248436"/>
                  </a:lnTo>
                  <a:lnTo>
                    <a:pt x="8364" y="207557"/>
                  </a:lnTo>
                  <a:lnTo>
                    <a:pt x="0" y="162301"/>
                  </a:lnTo>
                  <a:lnTo>
                    <a:pt x="206" y="146911"/>
                  </a:lnTo>
                  <a:lnTo>
                    <a:pt x="9797" y="101898"/>
                  </a:lnTo>
                  <a:lnTo>
                    <a:pt x="32038" y="61606"/>
                  </a:lnTo>
                  <a:lnTo>
                    <a:pt x="65021" y="29509"/>
                  </a:lnTo>
                  <a:lnTo>
                    <a:pt x="105900" y="8364"/>
                  </a:lnTo>
                  <a:lnTo>
                    <a:pt x="151158" y="0"/>
                  </a:lnTo>
                  <a:lnTo>
                    <a:pt x="166546" y="206"/>
                  </a:lnTo>
                  <a:lnTo>
                    <a:pt x="211560" y="9796"/>
                  </a:lnTo>
                  <a:lnTo>
                    <a:pt x="251851" y="32038"/>
                  </a:lnTo>
                  <a:lnTo>
                    <a:pt x="283949" y="65021"/>
                  </a:lnTo>
                  <a:lnTo>
                    <a:pt x="305095" y="105900"/>
                  </a:lnTo>
                  <a:lnTo>
                    <a:pt x="313459" y="151157"/>
                  </a:lnTo>
                  <a:lnTo>
                    <a:pt x="313252" y="166546"/>
                  </a:lnTo>
                  <a:lnTo>
                    <a:pt x="303660" y="211559"/>
                  </a:lnTo>
                  <a:lnTo>
                    <a:pt x="281419" y="251851"/>
                  </a:lnTo>
                  <a:lnTo>
                    <a:pt x="248436" y="283949"/>
                  </a:lnTo>
                  <a:lnTo>
                    <a:pt x="207558" y="305094"/>
                  </a:lnTo>
                  <a:lnTo>
                    <a:pt x="192771" y="309361"/>
                  </a:lnTo>
                  <a:close/>
                </a:path>
              </a:pathLst>
            </a:custGeom>
            <a:solidFill>
              <a:srgbClr val="FF5959">
                <a:alpha val="204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6772" y="3049395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20">
                  <a:moveTo>
                    <a:pt x="155936" y="311873"/>
                  </a:moveTo>
                  <a:lnTo>
                    <a:pt x="110669" y="305160"/>
                  </a:lnTo>
                  <a:lnTo>
                    <a:pt x="69301" y="285592"/>
                  </a:lnTo>
                  <a:lnTo>
                    <a:pt x="35394" y="254862"/>
                  </a:lnTo>
                  <a:lnTo>
                    <a:pt x="11869" y="215610"/>
                  </a:lnTo>
                  <a:lnTo>
                    <a:pt x="748" y="171221"/>
                  </a:lnTo>
                  <a:lnTo>
                    <a:pt x="0" y="155936"/>
                  </a:lnTo>
                  <a:lnTo>
                    <a:pt x="748" y="140652"/>
                  </a:lnTo>
                  <a:lnTo>
                    <a:pt x="11869" y="96262"/>
                  </a:lnTo>
                  <a:lnTo>
                    <a:pt x="35394" y="57010"/>
                  </a:lnTo>
                  <a:lnTo>
                    <a:pt x="69301" y="26279"/>
                  </a:lnTo>
                  <a:lnTo>
                    <a:pt x="110669" y="6712"/>
                  </a:lnTo>
                  <a:lnTo>
                    <a:pt x="155936" y="0"/>
                  </a:lnTo>
                  <a:lnTo>
                    <a:pt x="171221" y="749"/>
                  </a:lnTo>
                  <a:lnTo>
                    <a:pt x="215610" y="11869"/>
                  </a:lnTo>
                  <a:lnTo>
                    <a:pt x="254862" y="35394"/>
                  </a:lnTo>
                  <a:lnTo>
                    <a:pt x="285592" y="69303"/>
                  </a:lnTo>
                  <a:lnTo>
                    <a:pt x="305160" y="110669"/>
                  </a:lnTo>
                  <a:lnTo>
                    <a:pt x="311873" y="155936"/>
                  </a:lnTo>
                  <a:lnTo>
                    <a:pt x="311124" y="171221"/>
                  </a:lnTo>
                  <a:lnTo>
                    <a:pt x="300003" y="215610"/>
                  </a:lnTo>
                  <a:lnTo>
                    <a:pt x="276478" y="254862"/>
                  </a:lnTo>
                  <a:lnTo>
                    <a:pt x="242570" y="285592"/>
                  </a:lnTo>
                  <a:lnTo>
                    <a:pt x="201202" y="305160"/>
                  </a:lnTo>
                  <a:lnTo>
                    <a:pt x="155936" y="311873"/>
                  </a:lnTo>
                  <a:close/>
                </a:path>
              </a:pathLst>
            </a:custGeom>
            <a:solidFill>
              <a:srgbClr val="FF5959">
                <a:alpha val="24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928853" y="3049122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191674" y="307601"/>
                  </a:moveTo>
                  <a:lnTo>
                    <a:pt x="176626" y="310384"/>
                  </a:lnTo>
                  <a:lnTo>
                    <a:pt x="161377" y="311676"/>
                  </a:lnTo>
                  <a:lnTo>
                    <a:pt x="146075" y="311470"/>
                  </a:lnTo>
                  <a:lnTo>
                    <a:pt x="101318" y="301933"/>
                  </a:lnTo>
                  <a:lnTo>
                    <a:pt x="61256" y="279818"/>
                  </a:lnTo>
                  <a:lnTo>
                    <a:pt x="29340" y="247023"/>
                  </a:lnTo>
                  <a:lnTo>
                    <a:pt x="8316" y="206377"/>
                  </a:lnTo>
                  <a:lnTo>
                    <a:pt x="0" y="161378"/>
                  </a:lnTo>
                  <a:lnTo>
                    <a:pt x="204" y="146076"/>
                  </a:lnTo>
                  <a:lnTo>
                    <a:pt x="9740" y="101320"/>
                  </a:lnTo>
                  <a:lnTo>
                    <a:pt x="31856" y="61256"/>
                  </a:lnTo>
                  <a:lnTo>
                    <a:pt x="64651" y="29341"/>
                  </a:lnTo>
                  <a:lnTo>
                    <a:pt x="105298" y="8317"/>
                  </a:lnTo>
                  <a:lnTo>
                    <a:pt x="150297" y="0"/>
                  </a:lnTo>
                  <a:lnTo>
                    <a:pt x="165599" y="205"/>
                  </a:lnTo>
                  <a:lnTo>
                    <a:pt x="210355" y="9742"/>
                  </a:lnTo>
                  <a:lnTo>
                    <a:pt x="250418" y="31857"/>
                  </a:lnTo>
                  <a:lnTo>
                    <a:pt x="282334" y="64652"/>
                  </a:lnTo>
                  <a:lnTo>
                    <a:pt x="303359" y="105298"/>
                  </a:lnTo>
                  <a:lnTo>
                    <a:pt x="311676" y="150297"/>
                  </a:lnTo>
                  <a:lnTo>
                    <a:pt x="311470" y="165599"/>
                  </a:lnTo>
                  <a:lnTo>
                    <a:pt x="301933" y="210356"/>
                  </a:lnTo>
                  <a:lnTo>
                    <a:pt x="279817" y="250419"/>
                  </a:lnTo>
                  <a:lnTo>
                    <a:pt x="247022" y="282334"/>
                  </a:lnTo>
                  <a:lnTo>
                    <a:pt x="206377" y="303359"/>
                  </a:lnTo>
                  <a:lnTo>
                    <a:pt x="191674" y="307601"/>
                  </a:lnTo>
                  <a:close/>
                </a:path>
              </a:pathLst>
            </a:custGeom>
            <a:solidFill>
              <a:srgbClr val="FF5959">
                <a:alpha val="251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40500" y="3437455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20">
                  <a:moveTo>
                    <a:pt x="300004" y="215610"/>
                  </a:moveTo>
                  <a:lnTo>
                    <a:pt x="276478" y="254863"/>
                  </a:lnTo>
                  <a:lnTo>
                    <a:pt x="242570" y="285593"/>
                  </a:lnTo>
                  <a:lnTo>
                    <a:pt x="201202" y="305161"/>
                  </a:lnTo>
                  <a:lnTo>
                    <a:pt x="155936" y="311874"/>
                  </a:lnTo>
                  <a:lnTo>
                    <a:pt x="140651" y="311124"/>
                  </a:lnTo>
                  <a:lnTo>
                    <a:pt x="96262" y="300003"/>
                  </a:lnTo>
                  <a:lnTo>
                    <a:pt x="57010" y="276479"/>
                  </a:lnTo>
                  <a:lnTo>
                    <a:pt x="26280" y="242571"/>
                  </a:lnTo>
                  <a:lnTo>
                    <a:pt x="6712" y="201203"/>
                  </a:lnTo>
                  <a:lnTo>
                    <a:pt x="0" y="155936"/>
                  </a:lnTo>
                  <a:lnTo>
                    <a:pt x="749" y="140652"/>
                  </a:lnTo>
                  <a:lnTo>
                    <a:pt x="11870" y="96261"/>
                  </a:lnTo>
                  <a:lnTo>
                    <a:pt x="35394" y="57011"/>
                  </a:lnTo>
                  <a:lnTo>
                    <a:pt x="69303" y="26279"/>
                  </a:lnTo>
                  <a:lnTo>
                    <a:pt x="110670" y="6713"/>
                  </a:lnTo>
                  <a:lnTo>
                    <a:pt x="155936" y="0"/>
                  </a:lnTo>
                  <a:lnTo>
                    <a:pt x="171221" y="749"/>
                  </a:lnTo>
                  <a:lnTo>
                    <a:pt x="215611" y="11869"/>
                  </a:lnTo>
                  <a:lnTo>
                    <a:pt x="254862" y="35395"/>
                  </a:lnTo>
                  <a:lnTo>
                    <a:pt x="285593" y="69302"/>
                  </a:lnTo>
                  <a:lnTo>
                    <a:pt x="305160" y="110669"/>
                  </a:lnTo>
                  <a:lnTo>
                    <a:pt x="311873" y="155936"/>
                  </a:lnTo>
                  <a:lnTo>
                    <a:pt x="311124" y="171221"/>
                  </a:lnTo>
                  <a:lnTo>
                    <a:pt x="308877" y="186358"/>
                  </a:lnTo>
                  <a:lnTo>
                    <a:pt x="305160" y="201203"/>
                  </a:lnTo>
                  <a:lnTo>
                    <a:pt x="300004" y="215610"/>
                  </a:lnTo>
                  <a:close/>
                </a:path>
              </a:pathLst>
            </a:custGeom>
            <a:solidFill>
              <a:srgbClr val="FF5959">
                <a:alpha val="223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99670" y="227305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5936" y="311873"/>
                  </a:moveTo>
                  <a:lnTo>
                    <a:pt x="110669" y="305160"/>
                  </a:lnTo>
                  <a:lnTo>
                    <a:pt x="69302" y="285593"/>
                  </a:lnTo>
                  <a:lnTo>
                    <a:pt x="35394" y="254862"/>
                  </a:lnTo>
                  <a:lnTo>
                    <a:pt x="11869" y="215610"/>
                  </a:lnTo>
                  <a:lnTo>
                    <a:pt x="748" y="171221"/>
                  </a:lnTo>
                  <a:lnTo>
                    <a:pt x="0" y="155936"/>
                  </a:lnTo>
                  <a:lnTo>
                    <a:pt x="748" y="140651"/>
                  </a:lnTo>
                  <a:lnTo>
                    <a:pt x="11869" y="96261"/>
                  </a:lnTo>
                  <a:lnTo>
                    <a:pt x="35394" y="57010"/>
                  </a:lnTo>
                  <a:lnTo>
                    <a:pt x="69302" y="26280"/>
                  </a:lnTo>
                  <a:lnTo>
                    <a:pt x="110669" y="6712"/>
                  </a:lnTo>
                  <a:lnTo>
                    <a:pt x="155936" y="0"/>
                  </a:lnTo>
                  <a:lnTo>
                    <a:pt x="171221" y="749"/>
                  </a:lnTo>
                  <a:lnTo>
                    <a:pt x="215611" y="11869"/>
                  </a:lnTo>
                  <a:lnTo>
                    <a:pt x="254862" y="35394"/>
                  </a:lnTo>
                  <a:lnTo>
                    <a:pt x="285592" y="69302"/>
                  </a:lnTo>
                  <a:lnTo>
                    <a:pt x="305160" y="110669"/>
                  </a:lnTo>
                  <a:lnTo>
                    <a:pt x="311873" y="155936"/>
                  </a:lnTo>
                  <a:lnTo>
                    <a:pt x="311124" y="171221"/>
                  </a:lnTo>
                  <a:lnTo>
                    <a:pt x="300002" y="215610"/>
                  </a:lnTo>
                  <a:lnTo>
                    <a:pt x="276477" y="254862"/>
                  </a:lnTo>
                  <a:lnTo>
                    <a:pt x="242569" y="285592"/>
                  </a:lnTo>
                  <a:lnTo>
                    <a:pt x="201203" y="305160"/>
                  </a:lnTo>
                  <a:lnTo>
                    <a:pt x="155936" y="311873"/>
                  </a:lnTo>
                  <a:close/>
                </a:path>
              </a:pathLst>
            </a:custGeom>
            <a:solidFill>
              <a:srgbClr val="FF5959">
                <a:alpha val="18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76167" y="2272837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191675" y="307601"/>
                  </a:moveTo>
                  <a:lnTo>
                    <a:pt x="176627" y="310385"/>
                  </a:lnTo>
                  <a:lnTo>
                    <a:pt x="161379" y="311676"/>
                  </a:lnTo>
                  <a:lnTo>
                    <a:pt x="146077" y="311471"/>
                  </a:lnTo>
                  <a:lnTo>
                    <a:pt x="101320" y="301934"/>
                  </a:lnTo>
                  <a:lnTo>
                    <a:pt x="61256" y="279818"/>
                  </a:lnTo>
                  <a:lnTo>
                    <a:pt x="29341" y="247023"/>
                  </a:lnTo>
                  <a:lnTo>
                    <a:pt x="8316" y="206377"/>
                  </a:lnTo>
                  <a:lnTo>
                    <a:pt x="0" y="161378"/>
                  </a:lnTo>
                  <a:lnTo>
                    <a:pt x="205" y="146076"/>
                  </a:lnTo>
                  <a:lnTo>
                    <a:pt x="9742" y="101319"/>
                  </a:lnTo>
                  <a:lnTo>
                    <a:pt x="31857" y="61256"/>
                  </a:lnTo>
                  <a:lnTo>
                    <a:pt x="64652" y="29341"/>
                  </a:lnTo>
                  <a:lnTo>
                    <a:pt x="105299" y="8316"/>
                  </a:lnTo>
                  <a:lnTo>
                    <a:pt x="150298" y="0"/>
                  </a:lnTo>
                  <a:lnTo>
                    <a:pt x="165599" y="205"/>
                  </a:lnTo>
                  <a:lnTo>
                    <a:pt x="210356" y="9742"/>
                  </a:lnTo>
                  <a:lnTo>
                    <a:pt x="250420" y="31857"/>
                  </a:lnTo>
                  <a:lnTo>
                    <a:pt x="282335" y="64652"/>
                  </a:lnTo>
                  <a:lnTo>
                    <a:pt x="303360" y="105298"/>
                  </a:lnTo>
                  <a:lnTo>
                    <a:pt x="311677" y="150297"/>
                  </a:lnTo>
                  <a:lnTo>
                    <a:pt x="311471" y="165599"/>
                  </a:lnTo>
                  <a:lnTo>
                    <a:pt x="301934" y="210356"/>
                  </a:lnTo>
                  <a:lnTo>
                    <a:pt x="279818" y="250419"/>
                  </a:lnTo>
                  <a:lnTo>
                    <a:pt x="247024" y="282334"/>
                  </a:lnTo>
                  <a:lnTo>
                    <a:pt x="206378" y="303359"/>
                  </a:lnTo>
                  <a:lnTo>
                    <a:pt x="191675" y="307601"/>
                  </a:lnTo>
                  <a:close/>
                </a:path>
              </a:pathLst>
            </a:custGeom>
            <a:solidFill>
              <a:srgbClr val="FF5959">
                <a:alpha val="89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35383" y="3437410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191674" y="307601"/>
                  </a:moveTo>
                  <a:lnTo>
                    <a:pt x="176626" y="310384"/>
                  </a:lnTo>
                  <a:lnTo>
                    <a:pt x="161377" y="311676"/>
                  </a:lnTo>
                  <a:lnTo>
                    <a:pt x="146076" y="311470"/>
                  </a:lnTo>
                  <a:lnTo>
                    <a:pt x="101319" y="301933"/>
                  </a:lnTo>
                  <a:lnTo>
                    <a:pt x="61256" y="279818"/>
                  </a:lnTo>
                  <a:lnTo>
                    <a:pt x="29340" y="247023"/>
                  </a:lnTo>
                  <a:lnTo>
                    <a:pt x="8316" y="206377"/>
                  </a:lnTo>
                  <a:lnTo>
                    <a:pt x="0" y="161377"/>
                  </a:lnTo>
                  <a:lnTo>
                    <a:pt x="205" y="146076"/>
                  </a:lnTo>
                  <a:lnTo>
                    <a:pt x="9742" y="101319"/>
                  </a:lnTo>
                  <a:lnTo>
                    <a:pt x="31857" y="61256"/>
                  </a:lnTo>
                  <a:lnTo>
                    <a:pt x="64652" y="29340"/>
                  </a:lnTo>
                  <a:lnTo>
                    <a:pt x="105298" y="8316"/>
                  </a:lnTo>
                  <a:lnTo>
                    <a:pt x="150298" y="0"/>
                  </a:lnTo>
                  <a:lnTo>
                    <a:pt x="165599" y="205"/>
                  </a:lnTo>
                  <a:lnTo>
                    <a:pt x="210356" y="9742"/>
                  </a:lnTo>
                  <a:lnTo>
                    <a:pt x="250419" y="31857"/>
                  </a:lnTo>
                  <a:lnTo>
                    <a:pt x="282335" y="64652"/>
                  </a:lnTo>
                  <a:lnTo>
                    <a:pt x="303359" y="105298"/>
                  </a:lnTo>
                  <a:lnTo>
                    <a:pt x="311676" y="150297"/>
                  </a:lnTo>
                  <a:lnTo>
                    <a:pt x="311470" y="165599"/>
                  </a:lnTo>
                  <a:lnTo>
                    <a:pt x="301933" y="210355"/>
                  </a:lnTo>
                  <a:lnTo>
                    <a:pt x="279818" y="250419"/>
                  </a:lnTo>
                  <a:lnTo>
                    <a:pt x="247023" y="282334"/>
                  </a:lnTo>
                  <a:lnTo>
                    <a:pt x="206377" y="303359"/>
                  </a:lnTo>
                  <a:lnTo>
                    <a:pt x="191674" y="307601"/>
                  </a:lnTo>
                  <a:close/>
                </a:path>
              </a:pathLst>
            </a:custGeom>
            <a:solidFill>
              <a:srgbClr val="FF5959">
                <a:alpha val="266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705020" y="4602293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20">
                  <a:moveTo>
                    <a:pt x="155937" y="311873"/>
                  </a:moveTo>
                  <a:lnTo>
                    <a:pt x="110669" y="305160"/>
                  </a:lnTo>
                  <a:lnTo>
                    <a:pt x="69303" y="285592"/>
                  </a:lnTo>
                  <a:lnTo>
                    <a:pt x="35394" y="254862"/>
                  </a:lnTo>
                  <a:lnTo>
                    <a:pt x="11869" y="215610"/>
                  </a:lnTo>
                  <a:lnTo>
                    <a:pt x="748" y="171221"/>
                  </a:lnTo>
                  <a:lnTo>
                    <a:pt x="0" y="155936"/>
                  </a:lnTo>
                  <a:lnTo>
                    <a:pt x="748" y="140651"/>
                  </a:lnTo>
                  <a:lnTo>
                    <a:pt x="11869" y="96261"/>
                  </a:lnTo>
                  <a:lnTo>
                    <a:pt x="35394" y="57009"/>
                  </a:lnTo>
                  <a:lnTo>
                    <a:pt x="69302" y="26279"/>
                  </a:lnTo>
                  <a:lnTo>
                    <a:pt x="110669" y="6712"/>
                  </a:lnTo>
                  <a:lnTo>
                    <a:pt x="155937" y="0"/>
                  </a:lnTo>
                  <a:lnTo>
                    <a:pt x="171221" y="749"/>
                  </a:lnTo>
                  <a:lnTo>
                    <a:pt x="215610" y="11869"/>
                  </a:lnTo>
                  <a:lnTo>
                    <a:pt x="254862" y="35393"/>
                  </a:lnTo>
                  <a:lnTo>
                    <a:pt x="285592" y="69301"/>
                  </a:lnTo>
                  <a:lnTo>
                    <a:pt x="305160" y="110668"/>
                  </a:lnTo>
                  <a:lnTo>
                    <a:pt x="311873" y="155936"/>
                  </a:lnTo>
                  <a:lnTo>
                    <a:pt x="311124" y="171221"/>
                  </a:lnTo>
                  <a:lnTo>
                    <a:pt x="300003" y="215610"/>
                  </a:lnTo>
                  <a:lnTo>
                    <a:pt x="276478" y="254862"/>
                  </a:lnTo>
                  <a:lnTo>
                    <a:pt x="242569" y="285592"/>
                  </a:lnTo>
                  <a:lnTo>
                    <a:pt x="201202" y="305160"/>
                  </a:lnTo>
                  <a:lnTo>
                    <a:pt x="155937" y="311873"/>
                  </a:lnTo>
                  <a:close/>
                </a:path>
              </a:pathLst>
            </a:custGeom>
            <a:solidFill>
              <a:srgbClr val="FF5959">
                <a:alpha val="24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317533" y="3438164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298716" y="214686"/>
                  </a:moveTo>
                  <a:lnTo>
                    <a:pt x="275291" y="253770"/>
                  </a:lnTo>
                  <a:lnTo>
                    <a:pt x="241529" y="284368"/>
                  </a:lnTo>
                  <a:lnTo>
                    <a:pt x="200340" y="303851"/>
                  </a:lnTo>
                  <a:lnTo>
                    <a:pt x="155267" y="310535"/>
                  </a:lnTo>
                  <a:lnTo>
                    <a:pt x="140048" y="309789"/>
                  </a:lnTo>
                  <a:lnTo>
                    <a:pt x="95850" y="298716"/>
                  </a:lnTo>
                  <a:lnTo>
                    <a:pt x="56765" y="275293"/>
                  </a:lnTo>
                  <a:lnTo>
                    <a:pt x="26167" y="241529"/>
                  </a:lnTo>
                  <a:lnTo>
                    <a:pt x="6684" y="200340"/>
                  </a:lnTo>
                  <a:lnTo>
                    <a:pt x="0" y="155269"/>
                  </a:lnTo>
                  <a:lnTo>
                    <a:pt x="746" y="140049"/>
                  </a:lnTo>
                  <a:lnTo>
                    <a:pt x="11819" y="95849"/>
                  </a:lnTo>
                  <a:lnTo>
                    <a:pt x="35243" y="56766"/>
                  </a:lnTo>
                  <a:lnTo>
                    <a:pt x="69005" y="26169"/>
                  </a:lnTo>
                  <a:lnTo>
                    <a:pt x="110195" y="6684"/>
                  </a:lnTo>
                  <a:lnTo>
                    <a:pt x="155267" y="0"/>
                  </a:lnTo>
                  <a:lnTo>
                    <a:pt x="170486" y="746"/>
                  </a:lnTo>
                  <a:lnTo>
                    <a:pt x="214686" y="11818"/>
                  </a:lnTo>
                  <a:lnTo>
                    <a:pt x="253769" y="35242"/>
                  </a:lnTo>
                  <a:lnTo>
                    <a:pt x="284367" y="69005"/>
                  </a:lnTo>
                  <a:lnTo>
                    <a:pt x="303850" y="110196"/>
                  </a:lnTo>
                  <a:lnTo>
                    <a:pt x="310534" y="155268"/>
                  </a:lnTo>
                  <a:lnTo>
                    <a:pt x="309788" y="170487"/>
                  </a:lnTo>
                  <a:lnTo>
                    <a:pt x="307551" y="185559"/>
                  </a:lnTo>
                  <a:lnTo>
                    <a:pt x="303851" y="200340"/>
                  </a:lnTo>
                  <a:lnTo>
                    <a:pt x="298716" y="214686"/>
                  </a:lnTo>
                  <a:close/>
                </a:path>
              </a:pathLst>
            </a:custGeom>
            <a:solidFill>
              <a:srgbClr val="FF5959">
                <a:alpha val="120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705690" y="537930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67" y="310535"/>
                  </a:moveTo>
                  <a:lnTo>
                    <a:pt x="110194" y="303850"/>
                  </a:lnTo>
                  <a:lnTo>
                    <a:pt x="69004" y="284366"/>
                  </a:lnTo>
                  <a:lnTo>
                    <a:pt x="35242" y="253768"/>
                  </a:lnTo>
                  <a:lnTo>
                    <a:pt x="11818" y="214684"/>
                  </a:lnTo>
                  <a:lnTo>
                    <a:pt x="745" y="170486"/>
                  </a:lnTo>
                  <a:lnTo>
                    <a:pt x="0" y="155267"/>
                  </a:lnTo>
                  <a:lnTo>
                    <a:pt x="745" y="140048"/>
                  </a:lnTo>
                  <a:lnTo>
                    <a:pt x="11817" y="95848"/>
                  </a:lnTo>
                  <a:lnTo>
                    <a:pt x="35242" y="56765"/>
                  </a:lnTo>
                  <a:lnTo>
                    <a:pt x="69004" y="26166"/>
                  </a:lnTo>
                  <a:lnTo>
                    <a:pt x="110194" y="6682"/>
                  </a:lnTo>
                  <a:lnTo>
                    <a:pt x="155267" y="0"/>
                  </a:lnTo>
                  <a:lnTo>
                    <a:pt x="170486" y="745"/>
                  </a:lnTo>
                  <a:lnTo>
                    <a:pt x="214685" y="11818"/>
                  </a:lnTo>
                  <a:lnTo>
                    <a:pt x="253768" y="35242"/>
                  </a:lnTo>
                  <a:lnTo>
                    <a:pt x="284366" y="69005"/>
                  </a:lnTo>
                  <a:lnTo>
                    <a:pt x="303850" y="110195"/>
                  </a:lnTo>
                  <a:lnTo>
                    <a:pt x="310535" y="155267"/>
                  </a:lnTo>
                  <a:lnTo>
                    <a:pt x="309789" y="170486"/>
                  </a:lnTo>
                  <a:lnTo>
                    <a:pt x="298715" y="214684"/>
                  </a:lnTo>
                  <a:lnTo>
                    <a:pt x="275291" y="253768"/>
                  </a:lnTo>
                  <a:lnTo>
                    <a:pt x="241529" y="284367"/>
                  </a:lnTo>
                  <a:lnTo>
                    <a:pt x="200339" y="303850"/>
                  </a:lnTo>
                  <a:lnTo>
                    <a:pt x="155267" y="310535"/>
                  </a:lnTo>
                  <a:close/>
                </a:path>
              </a:pathLst>
            </a:custGeom>
            <a:solidFill>
              <a:srgbClr val="FF5959">
                <a:alpha val="27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71103" y="537930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67" y="310535"/>
                  </a:moveTo>
                  <a:lnTo>
                    <a:pt x="110195" y="303850"/>
                  </a:lnTo>
                  <a:lnTo>
                    <a:pt x="69005" y="284366"/>
                  </a:lnTo>
                  <a:lnTo>
                    <a:pt x="35242" y="253768"/>
                  </a:lnTo>
                  <a:lnTo>
                    <a:pt x="11818" y="214684"/>
                  </a:lnTo>
                  <a:lnTo>
                    <a:pt x="745" y="170486"/>
                  </a:lnTo>
                  <a:lnTo>
                    <a:pt x="0" y="155267"/>
                  </a:lnTo>
                  <a:lnTo>
                    <a:pt x="745" y="140048"/>
                  </a:lnTo>
                  <a:lnTo>
                    <a:pt x="11818" y="95848"/>
                  </a:lnTo>
                  <a:lnTo>
                    <a:pt x="35242" y="56765"/>
                  </a:lnTo>
                  <a:lnTo>
                    <a:pt x="69005" y="26166"/>
                  </a:lnTo>
                  <a:lnTo>
                    <a:pt x="110194" y="6682"/>
                  </a:lnTo>
                  <a:lnTo>
                    <a:pt x="155267" y="0"/>
                  </a:lnTo>
                  <a:lnTo>
                    <a:pt x="170486" y="745"/>
                  </a:lnTo>
                  <a:lnTo>
                    <a:pt x="214685" y="11818"/>
                  </a:lnTo>
                  <a:lnTo>
                    <a:pt x="253768" y="35242"/>
                  </a:lnTo>
                  <a:lnTo>
                    <a:pt x="284367" y="69005"/>
                  </a:lnTo>
                  <a:lnTo>
                    <a:pt x="303850" y="110195"/>
                  </a:lnTo>
                  <a:lnTo>
                    <a:pt x="310535" y="155267"/>
                  </a:lnTo>
                  <a:lnTo>
                    <a:pt x="309789" y="170486"/>
                  </a:lnTo>
                  <a:lnTo>
                    <a:pt x="298715" y="214684"/>
                  </a:lnTo>
                  <a:lnTo>
                    <a:pt x="275292" y="253768"/>
                  </a:lnTo>
                  <a:lnTo>
                    <a:pt x="241528" y="284367"/>
                  </a:lnTo>
                  <a:lnTo>
                    <a:pt x="200339" y="303850"/>
                  </a:lnTo>
                  <a:lnTo>
                    <a:pt x="155267" y="310535"/>
                  </a:lnTo>
                  <a:close/>
                </a:path>
              </a:pathLst>
            </a:custGeom>
            <a:solidFill>
              <a:srgbClr val="FF5959">
                <a:alpha val="127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47943" y="6932085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5">
                  <a:moveTo>
                    <a:pt x="180028" y="308435"/>
                  </a:moveTo>
                  <a:lnTo>
                    <a:pt x="164886" y="310135"/>
                  </a:lnTo>
                  <a:lnTo>
                    <a:pt x="149649" y="310340"/>
                  </a:lnTo>
                  <a:lnTo>
                    <a:pt x="134467" y="309053"/>
                  </a:lnTo>
                  <a:lnTo>
                    <a:pt x="90689" y="296415"/>
                  </a:lnTo>
                  <a:lnTo>
                    <a:pt x="52462" y="271617"/>
                  </a:lnTo>
                  <a:lnTo>
                    <a:pt x="23083" y="236787"/>
                  </a:lnTo>
                  <a:lnTo>
                    <a:pt x="5077" y="194932"/>
                  </a:lnTo>
                  <a:lnTo>
                    <a:pt x="0" y="149651"/>
                  </a:lnTo>
                  <a:lnTo>
                    <a:pt x="1286" y="134468"/>
                  </a:lnTo>
                  <a:lnTo>
                    <a:pt x="13922" y="90689"/>
                  </a:lnTo>
                  <a:lnTo>
                    <a:pt x="38721" y="52463"/>
                  </a:lnTo>
                  <a:lnTo>
                    <a:pt x="73550" y="23085"/>
                  </a:lnTo>
                  <a:lnTo>
                    <a:pt x="115406" y="5078"/>
                  </a:lnTo>
                  <a:lnTo>
                    <a:pt x="160687" y="0"/>
                  </a:lnTo>
                  <a:lnTo>
                    <a:pt x="175870" y="1286"/>
                  </a:lnTo>
                  <a:lnTo>
                    <a:pt x="219648" y="13923"/>
                  </a:lnTo>
                  <a:lnTo>
                    <a:pt x="257875" y="38721"/>
                  </a:lnTo>
                  <a:lnTo>
                    <a:pt x="287253" y="73551"/>
                  </a:lnTo>
                  <a:lnTo>
                    <a:pt x="305261" y="115407"/>
                  </a:lnTo>
                  <a:lnTo>
                    <a:pt x="310338" y="160688"/>
                  </a:lnTo>
                  <a:lnTo>
                    <a:pt x="309052" y="175870"/>
                  </a:lnTo>
                  <a:lnTo>
                    <a:pt x="296414" y="219648"/>
                  </a:lnTo>
                  <a:lnTo>
                    <a:pt x="271616" y="257875"/>
                  </a:lnTo>
                  <a:lnTo>
                    <a:pt x="236787" y="287254"/>
                  </a:lnTo>
                  <a:lnTo>
                    <a:pt x="194931" y="305262"/>
                  </a:lnTo>
                  <a:lnTo>
                    <a:pt x="180028" y="308435"/>
                  </a:lnTo>
                  <a:close/>
                </a:path>
              </a:pathLst>
            </a:custGeom>
            <a:solidFill>
              <a:srgbClr val="FF5959">
                <a:alpha val="111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35832" y="2661896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67" y="310534"/>
                  </a:moveTo>
                  <a:lnTo>
                    <a:pt x="110194" y="303850"/>
                  </a:lnTo>
                  <a:lnTo>
                    <a:pt x="69005" y="284367"/>
                  </a:lnTo>
                  <a:lnTo>
                    <a:pt x="35242" y="253769"/>
                  </a:lnTo>
                  <a:lnTo>
                    <a:pt x="11818" y="214685"/>
                  </a:lnTo>
                  <a:lnTo>
                    <a:pt x="745" y="170486"/>
                  </a:lnTo>
                  <a:lnTo>
                    <a:pt x="0" y="155267"/>
                  </a:lnTo>
                  <a:lnTo>
                    <a:pt x="745" y="140048"/>
                  </a:lnTo>
                  <a:lnTo>
                    <a:pt x="11818" y="95848"/>
                  </a:lnTo>
                  <a:lnTo>
                    <a:pt x="35242" y="56765"/>
                  </a:lnTo>
                  <a:lnTo>
                    <a:pt x="69005" y="26166"/>
                  </a:lnTo>
                  <a:lnTo>
                    <a:pt x="110194" y="6683"/>
                  </a:lnTo>
                  <a:lnTo>
                    <a:pt x="155267" y="0"/>
                  </a:lnTo>
                  <a:lnTo>
                    <a:pt x="170486" y="745"/>
                  </a:lnTo>
                  <a:lnTo>
                    <a:pt x="214685" y="11818"/>
                  </a:lnTo>
                  <a:lnTo>
                    <a:pt x="253769" y="35242"/>
                  </a:lnTo>
                  <a:lnTo>
                    <a:pt x="284367" y="69005"/>
                  </a:lnTo>
                  <a:lnTo>
                    <a:pt x="303850" y="110195"/>
                  </a:lnTo>
                  <a:lnTo>
                    <a:pt x="310535" y="155267"/>
                  </a:lnTo>
                  <a:lnTo>
                    <a:pt x="309788" y="170486"/>
                  </a:lnTo>
                  <a:lnTo>
                    <a:pt x="298715" y="214685"/>
                  </a:lnTo>
                  <a:lnTo>
                    <a:pt x="275291" y="253769"/>
                  </a:lnTo>
                  <a:lnTo>
                    <a:pt x="241528" y="284367"/>
                  </a:lnTo>
                  <a:lnTo>
                    <a:pt x="200339" y="303850"/>
                  </a:lnTo>
                  <a:lnTo>
                    <a:pt x="155267" y="310534"/>
                  </a:lnTo>
                  <a:close/>
                </a:path>
              </a:pathLst>
            </a:custGeom>
            <a:solidFill>
              <a:srgbClr val="FF5959">
                <a:alpha val="247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71103" y="460296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67" y="310535"/>
                  </a:moveTo>
                  <a:lnTo>
                    <a:pt x="110195" y="303850"/>
                  </a:lnTo>
                  <a:lnTo>
                    <a:pt x="69005" y="284367"/>
                  </a:lnTo>
                  <a:lnTo>
                    <a:pt x="35242" y="253769"/>
                  </a:lnTo>
                  <a:lnTo>
                    <a:pt x="11818" y="214684"/>
                  </a:lnTo>
                  <a:lnTo>
                    <a:pt x="745" y="170486"/>
                  </a:lnTo>
                  <a:lnTo>
                    <a:pt x="0" y="155267"/>
                  </a:lnTo>
                  <a:lnTo>
                    <a:pt x="745" y="140047"/>
                  </a:lnTo>
                  <a:lnTo>
                    <a:pt x="11818" y="95848"/>
                  </a:lnTo>
                  <a:lnTo>
                    <a:pt x="35242" y="56765"/>
                  </a:lnTo>
                  <a:lnTo>
                    <a:pt x="69005" y="26167"/>
                  </a:lnTo>
                  <a:lnTo>
                    <a:pt x="110194" y="6683"/>
                  </a:lnTo>
                  <a:lnTo>
                    <a:pt x="155267" y="0"/>
                  </a:lnTo>
                  <a:lnTo>
                    <a:pt x="170486" y="745"/>
                  </a:lnTo>
                  <a:lnTo>
                    <a:pt x="214685" y="11818"/>
                  </a:lnTo>
                  <a:lnTo>
                    <a:pt x="253768" y="35242"/>
                  </a:lnTo>
                  <a:lnTo>
                    <a:pt x="284367" y="69004"/>
                  </a:lnTo>
                  <a:lnTo>
                    <a:pt x="303850" y="110194"/>
                  </a:lnTo>
                  <a:lnTo>
                    <a:pt x="310535" y="155267"/>
                  </a:lnTo>
                  <a:lnTo>
                    <a:pt x="309789" y="170486"/>
                  </a:lnTo>
                  <a:lnTo>
                    <a:pt x="298715" y="214684"/>
                  </a:lnTo>
                  <a:lnTo>
                    <a:pt x="275292" y="253769"/>
                  </a:lnTo>
                  <a:lnTo>
                    <a:pt x="241528" y="284367"/>
                  </a:lnTo>
                  <a:lnTo>
                    <a:pt x="200339" y="303850"/>
                  </a:lnTo>
                  <a:lnTo>
                    <a:pt x="155267" y="310535"/>
                  </a:lnTo>
                  <a:close/>
                </a:path>
              </a:pathLst>
            </a:custGeom>
            <a:solidFill>
              <a:srgbClr val="FF5959">
                <a:alpha val="4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929279" y="693202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265060" y="265056"/>
                  </a:moveTo>
                  <a:lnTo>
                    <a:pt x="228463" y="292202"/>
                  </a:lnTo>
                  <a:lnTo>
                    <a:pt x="185561" y="307551"/>
                  </a:lnTo>
                  <a:lnTo>
                    <a:pt x="155270" y="310534"/>
                  </a:lnTo>
                  <a:lnTo>
                    <a:pt x="140050" y="309789"/>
                  </a:lnTo>
                  <a:lnTo>
                    <a:pt x="95850" y="298716"/>
                  </a:lnTo>
                  <a:lnTo>
                    <a:pt x="56767" y="275293"/>
                  </a:lnTo>
                  <a:lnTo>
                    <a:pt x="26169" y="241532"/>
                  </a:lnTo>
                  <a:lnTo>
                    <a:pt x="6683" y="200342"/>
                  </a:lnTo>
                  <a:lnTo>
                    <a:pt x="0" y="155270"/>
                  </a:lnTo>
                  <a:lnTo>
                    <a:pt x="745" y="140051"/>
                  </a:lnTo>
                  <a:lnTo>
                    <a:pt x="11817" y="95852"/>
                  </a:lnTo>
                  <a:lnTo>
                    <a:pt x="35241" y="56768"/>
                  </a:lnTo>
                  <a:lnTo>
                    <a:pt x="69002" y="26169"/>
                  </a:lnTo>
                  <a:lnTo>
                    <a:pt x="110192" y="6684"/>
                  </a:lnTo>
                  <a:lnTo>
                    <a:pt x="155264" y="0"/>
                  </a:lnTo>
                  <a:lnTo>
                    <a:pt x="170483" y="745"/>
                  </a:lnTo>
                  <a:lnTo>
                    <a:pt x="214683" y="11818"/>
                  </a:lnTo>
                  <a:lnTo>
                    <a:pt x="253767" y="35240"/>
                  </a:lnTo>
                  <a:lnTo>
                    <a:pt x="284365" y="69002"/>
                  </a:lnTo>
                  <a:lnTo>
                    <a:pt x="303849" y="110192"/>
                  </a:lnTo>
                  <a:lnTo>
                    <a:pt x="310534" y="155264"/>
                  </a:lnTo>
                  <a:lnTo>
                    <a:pt x="309789" y="170483"/>
                  </a:lnTo>
                  <a:lnTo>
                    <a:pt x="298716" y="214684"/>
                  </a:lnTo>
                  <a:lnTo>
                    <a:pt x="275294" y="253768"/>
                  </a:lnTo>
                  <a:lnTo>
                    <a:pt x="265060" y="265056"/>
                  </a:lnTo>
                  <a:close/>
                </a:path>
              </a:pathLst>
            </a:custGeom>
            <a:solidFill>
              <a:srgbClr val="FF5959">
                <a:alpha val="27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77453" y="7709198"/>
              <a:ext cx="309245" cy="309245"/>
            </a:xfrm>
            <a:custGeom>
              <a:avLst/>
              <a:gdLst/>
              <a:ahLst/>
              <a:cxnLst/>
              <a:rect l="l" t="t" r="r" b="b"/>
              <a:pathLst>
                <a:path w="309245" h="309245">
                  <a:moveTo>
                    <a:pt x="263537" y="263532"/>
                  </a:moveTo>
                  <a:lnTo>
                    <a:pt x="227150" y="290521"/>
                  </a:lnTo>
                  <a:lnTo>
                    <a:pt x="184494" y="305782"/>
                  </a:lnTo>
                  <a:lnTo>
                    <a:pt x="154377" y="308749"/>
                  </a:lnTo>
                  <a:lnTo>
                    <a:pt x="139245" y="308008"/>
                  </a:lnTo>
                  <a:lnTo>
                    <a:pt x="95299" y="297000"/>
                  </a:lnTo>
                  <a:lnTo>
                    <a:pt x="56441" y="273712"/>
                  </a:lnTo>
                  <a:lnTo>
                    <a:pt x="26018" y="240144"/>
                  </a:lnTo>
                  <a:lnTo>
                    <a:pt x="6646" y="199191"/>
                  </a:lnTo>
                  <a:lnTo>
                    <a:pt x="0" y="154377"/>
                  </a:lnTo>
                  <a:lnTo>
                    <a:pt x="740" y="139245"/>
                  </a:lnTo>
                  <a:lnTo>
                    <a:pt x="11750" y="95300"/>
                  </a:lnTo>
                  <a:lnTo>
                    <a:pt x="35039" y="56441"/>
                  </a:lnTo>
                  <a:lnTo>
                    <a:pt x="68607" y="26018"/>
                  </a:lnTo>
                  <a:lnTo>
                    <a:pt x="109559" y="6646"/>
                  </a:lnTo>
                  <a:lnTo>
                    <a:pt x="154373" y="0"/>
                  </a:lnTo>
                  <a:lnTo>
                    <a:pt x="169504" y="741"/>
                  </a:lnTo>
                  <a:lnTo>
                    <a:pt x="213449" y="11750"/>
                  </a:lnTo>
                  <a:lnTo>
                    <a:pt x="252309" y="35038"/>
                  </a:lnTo>
                  <a:lnTo>
                    <a:pt x="282732" y="68606"/>
                  </a:lnTo>
                  <a:lnTo>
                    <a:pt x="302102" y="109559"/>
                  </a:lnTo>
                  <a:lnTo>
                    <a:pt x="308750" y="154371"/>
                  </a:lnTo>
                  <a:lnTo>
                    <a:pt x="308009" y="169503"/>
                  </a:lnTo>
                  <a:lnTo>
                    <a:pt x="296999" y="213449"/>
                  </a:lnTo>
                  <a:lnTo>
                    <a:pt x="273711" y="252308"/>
                  </a:lnTo>
                  <a:lnTo>
                    <a:pt x="263537" y="263532"/>
                  </a:lnTo>
                  <a:close/>
                </a:path>
              </a:pathLst>
            </a:custGeom>
            <a:solidFill>
              <a:srgbClr val="FF5959">
                <a:alpha val="148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01231" y="7709204"/>
              <a:ext cx="309245" cy="309245"/>
            </a:xfrm>
            <a:custGeom>
              <a:avLst/>
              <a:gdLst/>
              <a:ahLst/>
              <a:cxnLst/>
              <a:rect l="l" t="t" r="r" b="b"/>
              <a:pathLst>
                <a:path w="309245" h="309245">
                  <a:moveTo>
                    <a:pt x="154375" y="308750"/>
                  </a:moveTo>
                  <a:lnTo>
                    <a:pt x="109561" y="302104"/>
                  </a:lnTo>
                  <a:lnTo>
                    <a:pt x="68608" y="282732"/>
                  </a:lnTo>
                  <a:lnTo>
                    <a:pt x="35040" y="252309"/>
                  </a:lnTo>
                  <a:lnTo>
                    <a:pt x="11750" y="213450"/>
                  </a:lnTo>
                  <a:lnTo>
                    <a:pt x="741" y="169506"/>
                  </a:lnTo>
                  <a:lnTo>
                    <a:pt x="0" y="154375"/>
                  </a:lnTo>
                  <a:lnTo>
                    <a:pt x="741" y="139243"/>
                  </a:lnTo>
                  <a:lnTo>
                    <a:pt x="11750" y="95297"/>
                  </a:lnTo>
                  <a:lnTo>
                    <a:pt x="35039" y="56438"/>
                  </a:lnTo>
                  <a:lnTo>
                    <a:pt x="68608" y="26016"/>
                  </a:lnTo>
                  <a:lnTo>
                    <a:pt x="109561" y="6645"/>
                  </a:lnTo>
                  <a:lnTo>
                    <a:pt x="154375" y="0"/>
                  </a:lnTo>
                  <a:lnTo>
                    <a:pt x="169506" y="741"/>
                  </a:lnTo>
                  <a:lnTo>
                    <a:pt x="213451" y="11750"/>
                  </a:lnTo>
                  <a:lnTo>
                    <a:pt x="252309" y="35040"/>
                  </a:lnTo>
                  <a:lnTo>
                    <a:pt x="282732" y="68607"/>
                  </a:lnTo>
                  <a:lnTo>
                    <a:pt x="302103" y="109561"/>
                  </a:lnTo>
                  <a:lnTo>
                    <a:pt x="308750" y="154375"/>
                  </a:lnTo>
                  <a:lnTo>
                    <a:pt x="308008" y="169506"/>
                  </a:lnTo>
                  <a:lnTo>
                    <a:pt x="296998" y="213451"/>
                  </a:lnTo>
                  <a:lnTo>
                    <a:pt x="273709" y="252309"/>
                  </a:lnTo>
                  <a:lnTo>
                    <a:pt x="240140" y="282732"/>
                  </a:lnTo>
                  <a:lnTo>
                    <a:pt x="199187" y="302103"/>
                  </a:lnTo>
                  <a:lnTo>
                    <a:pt x="154375" y="308750"/>
                  </a:lnTo>
                  <a:close/>
                </a:path>
              </a:pathLst>
            </a:custGeom>
            <a:solidFill>
              <a:srgbClr val="FF5959">
                <a:alpha val="275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60398" y="3439052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189754" y="304521"/>
                  </a:moveTo>
                  <a:lnTo>
                    <a:pt x="174857" y="307276"/>
                  </a:lnTo>
                  <a:lnTo>
                    <a:pt x="159761" y="308554"/>
                  </a:lnTo>
                  <a:lnTo>
                    <a:pt x="144613" y="308351"/>
                  </a:lnTo>
                  <a:lnTo>
                    <a:pt x="100304" y="298910"/>
                  </a:lnTo>
                  <a:lnTo>
                    <a:pt x="60643" y="277016"/>
                  </a:lnTo>
                  <a:lnTo>
                    <a:pt x="29047" y="244549"/>
                  </a:lnTo>
                  <a:lnTo>
                    <a:pt x="8233" y="204311"/>
                  </a:lnTo>
                  <a:lnTo>
                    <a:pt x="0" y="159762"/>
                  </a:lnTo>
                  <a:lnTo>
                    <a:pt x="203" y="144613"/>
                  </a:lnTo>
                  <a:lnTo>
                    <a:pt x="9644" y="100305"/>
                  </a:lnTo>
                  <a:lnTo>
                    <a:pt x="31538" y="60643"/>
                  </a:lnTo>
                  <a:lnTo>
                    <a:pt x="64005" y="29047"/>
                  </a:lnTo>
                  <a:lnTo>
                    <a:pt x="104244" y="8233"/>
                  </a:lnTo>
                  <a:lnTo>
                    <a:pt x="148792" y="0"/>
                  </a:lnTo>
                  <a:lnTo>
                    <a:pt x="163941" y="203"/>
                  </a:lnTo>
                  <a:lnTo>
                    <a:pt x="208249" y="9644"/>
                  </a:lnTo>
                  <a:lnTo>
                    <a:pt x="247911" y="31538"/>
                  </a:lnTo>
                  <a:lnTo>
                    <a:pt x="279507" y="64005"/>
                  </a:lnTo>
                  <a:lnTo>
                    <a:pt x="300321" y="104244"/>
                  </a:lnTo>
                  <a:lnTo>
                    <a:pt x="308555" y="148792"/>
                  </a:lnTo>
                  <a:lnTo>
                    <a:pt x="308351" y="163941"/>
                  </a:lnTo>
                  <a:lnTo>
                    <a:pt x="298909" y="208250"/>
                  </a:lnTo>
                  <a:lnTo>
                    <a:pt x="277016" y="247912"/>
                  </a:lnTo>
                  <a:lnTo>
                    <a:pt x="244549" y="279507"/>
                  </a:lnTo>
                  <a:lnTo>
                    <a:pt x="204310" y="300321"/>
                  </a:lnTo>
                  <a:lnTo>
                    <a:pt x="189754" y="304521"/>
                  </a:lnTo>
                  <a:close/>
                </a:path>
              </a:pathLst>
            </a:custGeom>
            <a:solidFill>
              <a:srgbClr val="FF5959">
                <a:alpha val="28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61795" y="6545783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70">
                  <a:moveTo>
                    <a:pt x="294425" y="211601"/>
                  </a:moveTo>
                  <a:lnTo>
                    <a:pt x="271336" y="250123"/>
                  </a:lnTo>
                  <a:lnTo>
                    <a:pt x="238059" y="280281"/>
                  </a:lnTo>
                  <a:lnTo>
                    <a:pt x="197461" y="299485"/>
                  </a:lnTo>
                  <a:lnTo>
                    <a:pt x="153036" y="306073"/>
                  </a:lnTo>
                  <a:lnTo>
                    <a:pt x="138036" y="305338"/>
                  </a:lnTo>
                  <a:lnTo>
                    <a:pt x="94473" y="294424"/>
                  </a:lnTo>
                  <a:lnTo>
                    <a:pt x="55949" y="271336"/>
                  </a:lnTo>
                  <a:lnTo>
                    <a:pt x="25790" y="238059"/>
                  </a:lnTo>
                  <a:lnTo>
                    <a:pt x="6588" y="197461"/>
                  </a:lnTo>
                  <a:lnTo>
                    <a:pt x="0" y="153036"/>
                  </a:lnTo>
                  <a:lnTo>
                    <a:pt x="735" y="138036"/>
                  </a:lnTo>
                  <a:lnTo>
                    <a:pt x="11650" y="94472"/>
                  </a:lnTo>
                  <a:lnTo>
                    <a:pt x="34737" y="55950"/>
                  </a:lnTo>
                  <a:lnTo>
                    <a:pt x="68014" y="25791"/>
                  </a:lnTo>
                  <a:lnTo>
                    <a:pt x="108612" y="6588"/>
                  </a:lnTo>
                  <a:lnTo>
                    <a:pt x="153036" y="0"/>
                  </a:lnTo>
                  <a:lnTo>
                    <a:pt x="168036" y="734"/>
                  </a:lnTo>
                  <a:lnTo>
                    <a:pt x="211602" y="11649"/>
                  </a:lnTo>
                  <a:lnTo>
                    <a:pt x="250123" y="34736"/>
                  </a:lnTo>
                  <a:lnTo>
                    <a:pt x="280282" y="68014"/>
                  </a:lnTo>
                  <a:lnTo>
                    <a:pt x="299485" y="108612"/>
                  </a:lnTo>
                  <a:lnTo>
                    <a:pt x="306072" y="153036"/>
                  </a:lnTo>
                  <a:lnTo>
                    <a:pt x="305337" y="168037"/>
                  </a:lnTo>
                  <a:lnTo>
                    <a:pt x="303132" y="182892"/>
                  </a:lnTo>
                  <a:lnTo>
                    <a:pt x="299485" y="197461"/>
                  </a:lnTo>
                  <a:lnTo>
                    <a:pt x="294425" y="211601"/>
                  </a:lnTo>
                  <a:close/>
                </a:path>
              </a:pathLst>
            </a:custGeom>
            <a:solidFill>
              <a:srgbClr val="FF5959">
                <a:alpha val="232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320095" y="6545706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70">
                  <a:moveTo>
                    <a:pt x="188110" y="301880"/>
                  </a:moveTo>
                  <a:lnTo>
                    <a:pt x="173341" y="304611"/>
                  </a:lnTo>
                  <a:lnTo>
                    <a:pt x="158376" y="305879"/>
                  </a:lnTo>
                  <a:lnTo>
                    <a:pt x="143359" y="305677"/>
                  </a:lnTo>
                  <a:lnTo>
                    <a:pt x="99435" y="296318"/>
                  </a:lnTo>
                  <a:lnTo>
                    <a:pt x="60117" y="274614"/>
                  </a:lnTo>
                  <a:lnTo>
                    <a:pt x="28795" y="242428"/>
                  </a:lnTo>
                  <a:lnTo>
                    <a:pt x="8162" y="202539"/>
                  </a:lnTo>
                  <a:lnTo>
                    <a:pt x="0" y="158376"/>
                  </a:lnTo>
                  <a:lnTo>
                    <a:pt x="201" y="143359"/>
                  </a:lnTo>
                  <a:lnTo>
                    <a:pt x="9560" y="99434"/>
                  </a:lnTo>
                  <a:lnTo>
                    <a:pt x="31265" y="60116"/>
                  </a:lnTo>
                  <a:lnTo>
                    <a:pt x="63450" y="28795"/>
                  </a:lnTo>
                  <a:lnTo>
                    <a:pt x="103340" y="8162"/>
                  </a:lnTo>
                  <a:lnTo>
                    <a:pt x="147502" y="0"/>
                  </a:lnTo>
                  <a:lnTo>
                    <a:pt x="162519" y="201"/>
                  </a:lnTo>
                  <a:lnTo>
                    <a:pt x="206443" y="9560"/>
                  </a:lnTo>
                  <a:lnTo>
                    <a:pt x="245761" y="31265"/>
                  </a:lnTo>
                  <a:lnTo>
                    <a:pt x="277083" y="63449"/>
                  </a:lnTo>
                  <a:lnTo>
                    <a:pt x="297718" y="103340"/>
                  </a:lnTo>
                  <a:lnTo>
                    <a:pt x="305880" y="147503"/>
                  </a:lnTo>
                  <a:lnTo>
                    <a:pt x="305678" y="162519"/>
                  </a:lnTo>
                  <a:lnTo>
                    <a:pt x="296317" y="206444"/>
                  </a:lnTo>
                  <a:lnTo>
                    <a:pt x="274613" y="245762"/>
                  </a:lnTo>
                  <a:lnTo>
                    <a:pt x="242428" y="277083"/>
                  </a:lnTo>
                  <a:lnTo>
                    <a:pt x="202539" y="297717"/>
                  </a:lnTo>
                  <a:lnTo>
                    <a:pt x="188110" y="301880"/>
                  </a:lnTo>
                  <a:close/>
                </a:path>
              </a:pathLst>
            </a:custGeom>
            <a:solidFill>
              <a:srgbClr val="FF5959">
                <a:alpha val="25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38063" y="7322375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70">
                  <a:moveTo>
                    <a:pt x="153036" y="306073"/>
                  </a:moveTo>
                  <a:lnTo>
                    <a:pt x="108611" y="299484"/>
                  </a:lnTo>
                  <a:lnTo>
                    <a:pt x="68013" y="280281"/>
                  </a:lnTo>
                  <a:lnTo>
                    <a:pt x="34736" y="250122"/>
                  </a:lnTo>
                  <a:lnTo>
                    <a:pt x="11648" y="211600"/>
                  </a:lnTo>
                  <a:lnTo>
                    <a:pt x="735" y="168036"/>
                  </a:lnTo>
                  <a:lnTo>
                    <a:pt x="0" y="153037"/>
                  </a:lnTo>
                  <a:lnTo>
                    <a:pt x="735" y="138036"/>
                  </a:lnTo>
                  <a:lnTo>
                    <a:pt x="11648" y="94471"/>
                  </a:lnTo>
                  <a:lnTo>
                    <a:pt x="34736" y="55949"/>
                  </a:lnTo>
                  <a:lnTo>
                    <a:pt x="68013" y="25790"/>
                  </a:lnTo>
                  <a:lnTo>
                    <a:pt x="108611" y="6588"/>
                  </a:lnTo>
                  <a:lnTo>
                    <a:pt x="153036" y="0"/>
                  </a:lnTo>
                  <a:lnTo>
                    <a:pt x="168036" y="735"/>
                  </a:lnTo>
                  <a:lnTo>
                    <a:pt x="211600" y="11648"/>
                  </a:lnTo>
                  <a:lnTo>
                    <a:pt x="250122" y="34735"/>
                  </a:lnTo>
                  <a:lnTo>
                    <a:pt x="280281" y="68013"/>
                  </a:lnTo>
                  <a:lnTo>
                    <a:pt x="299485" y="108611"/>
                  </a:lnTo>
                  <a:lnTo>
                    <a:pt x="306073" y="153037"/>
                  </a:lnTo>
                  <a:lnTo>
                    <a:pt x="305338" y="168036"/>
                  </a:lnTo>
                  <a:lnTo>
                    <a:pt x="294423" y="211600"/>
                  </a:lnTo>
                  <a:lnTo>
                    <a:pt x="271336" y="250122"/>
                  </a:lnTo>
                  <a:lnTo>
                    <a:pt x="238058" y="280281"/>
                  </a:lnTo>
                  <a:lnTo>
                    <a:pt x="197460" y="299484"/>
                  </a:lnTo>
                  <a:lnTo>
                    <a:pt x="153036" y="306073"/>
                  </a:lnTo>
                  <a:close/>
                </a:path>
              </a:pathLst>
            </a:custGeom>
            <a:solidFill>
              <a:srgbClr val="FF5959">
                <a:alpha val="204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29801" y="22795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67" y="298934"/>
                  </a:moveTo>
                  <a:lnTo>
                    <a:pt x="106077" y="292499"/>
                  </a:lnTo>
                  <a:lnTo>
                    <a:pt x="66426" y="273744"/>
                  </a:lnTo>
                  <a:lnTo>
                    <a:pt x="33925" y="244288"/>
                  </a:lnTo>
                  <a:lnTo>
                    <a:pt x="11376" y="206665"/>
                  </a:lnTo>
                  <a:lnTo>
                    <a:pt x="717" y="164117"/>
                  </a:lnTo>
                  <a:lnTo>
                    <a:pt x="0" y="149467"/>
                  </a:lnTo>
                  <a:lnTo>
                    <a:pt x="717" y="134816"/>
                  </a:lnTo>
                  <a:lnTo>
                    <a:pt x="11376" y="92268"/>
                  </a:lnTo>
                  <a:lnTo>
                    <a:pt x="33925" y="54644"/>
                  </a:lnTo>
                  <a:lnTo>
                    <a:pt x="66426" y="25189"/>
                  </a:lnTo>
                  <a:lnTo>
                    <a:pt x="106077" y="6434"/>
                  </a:lnTo>
                  <a:lnTo>
                    <a:pt x="149467" y="0"/>
                  </a:lnTo>
                  <a:lnTo>
                    <a:pt x="164117" y="718"/>
                  </a:lnTo>
                  <a:lnTo>
                    <a:pt x="206665" y="11377"/>
                  </a:lnTo>
                  <a:lnTo>
                    <a:pt x="244288" y="33925"/>
                  </a:lnTo>
                  <a:lnTo>
                    <a:pt x="273743" y="66427"/>
                  </a:lnTo>
                  <a:lnTo>
                    <a:pt x="292499" y="106078"/>
                  </a:lnTo>
                  <a:lnTo>
                    <a:pt x="298934" y="149467"/>
                  </a:lnTo>
                  <a:lnTo>
                    <a:pt x="298215" y="164117"/>
                  </a:lnTo>
                  <a:lnTo>
                    <a:pt x="287556" y="206665"/>
                  </a:lnTo>
                  <a:lnTo>
                    <a:pt x="265007" y="244288"/>
                  </a:lnTo>
                  <a:lnTo>
                    <a:pt x="232505" y="273744"/>
                  </a:lnTo>
                  <a:lnTo>
                    <a:pt x="192855" y="292499"/>
                  </a:lnTo>
                  <a:lnTo>
                    <a:pt x="149467" y="298934"/>
                  </a:lnTo>
                  <a:close/>
                </a:path>
              </a:pathLst>
            </a:custGeom>
            <a:solidFill>
              <a:srgbClr val="FF5959">
                <a:alpha val="229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158814" y="22795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67" y="298934"/>
                  </a:moveTo>
                  <a:lnTo>
                    <a:pt x="106078" y="292499"/>
                  </a:lnTo>
                  <a:lnTo>
                    <a:pt x="66427" y="273744"/>
                  </a:lnTo>
                  <a:lnTo>
                    <a:pt x="33926" y="244288"/>
                  </a:lnTo>
                  <a:lnTo>
                    <a:pt x="11376" y="206665"/>
                  </a:lnTo>
                  <a:lnTo>
                    <a:pt x="718" y="164117"/>
                  </a:lnTo>
                  <a:lnTo>
                    <a:pt x="0" y="149467"/>
                  </a:lnTo>
                  <a:lnTo>
                    <a:pt x="718" y="134816"/>
                  </a:lnTo>
                  <a:lnTo>
                    <a:pt x="11376" y="92268"/>
                  </a:lnTo>
                  <a:lnTo>
                    <a:pt x="33926" y="54644"/>
                  </a:lnTo>
                  <a:lnTo>
                    <a:pt x="66427" y="25189"/>
                  </a:lnTo>
                  <a:lnTo>
                    <a:pt x="106078" y="6434"/>
                  </a:lnTo>
                  <a:lnTo>
                    <a:pt x="149467" y="0"/>
                  </a:lnTo>
                  <a:lnTo>
                    <a:pt x="164117" y="718"/>
                  </a:lnTo>
                  <a:lnTo>
                    <a:pt x="206665" y="11377"/>
                  </a:lnTo>
                  <a:lnTo>
                    <a:pt x="244288" y="33925"/>
                  </a:lnTo>
                  <a:lnTo>
                    <a:pt x="273743" y="66427"/>
                  </a:lnTo>
                  <a:lnTo>
                    <a:pt x="292499" y="106078"/>
                  </a:lnTo>
                  <a:lnTo>
                    <a:pt x="298934" y="149467"/>
                  </a:lnTo>
                  <a:lnTo>
                    <a:pt x="298216" y="164117"/>
                  </a:lnTo>
                  <a:lnTo>
                    <a:pt x="287556" y="206665"/>
                  </a:lnTo>
                  <a:lnTo>
                    <a:pt x="265007" y="244288"/>
                  </a:lnTo>
                  <a:lnTo>
                    <a:pt x="232505" y="273744"/>
                  </a:lnTo>
                  <a:lnTo>
                    <a:pt x="192855" y="292499"/>
                  </a:lnTo>
                  <a:lnTo>
                    <a:pt x="149467" y="298934"/>
                  </a:lnTo>
                  <a:close/>
                </a:path>
              </a:pathLst>
            </a:custGeom>
            <a:solidFill>
              <a:srgbClr val="FF5959">
                <a:alpha val="251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712381" y="383309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148575" y="297149"/>
                  </a:moveTo>
                  <a:lnTo>
                    <a:pt x="105444" y="290753"/>
                  </a:lnTo>
                  <a:lnTo>
                    <a:pt x="66031" y="272109"/>
                  </a:lnTo>
                  <a:lnTo>
                    <a:pt x="33722" y="242830"/>
                  </a:lnTo>
                  <a:lnTo>
                    <a:pt x="11308" y="205431"/>
                  </a:lnTo>
                  <a:lnTo>
                    <a:pt x="713" y="163137"/>
                  </a:lnTo>
                  <a:lnTo>
                    <a:pt x="0" y="148574"/>
                  </a:lnTo>
                  <a:lnTo>
                    <a:pt x="713" y="134011"/>
                  </a:lnTo>
                  <a:lnTo>
                    <a:pt x="11308" y="91717"/>
                  </a:lnTo>
                  <a:lnTo>
                    <a:pt x="33722" y="54318"/>
                  </a:lnTo>
                  <a:lnTo>
                    <a:pt x="66031" y="25039"/>
                  </a:lnTo>
                  <a:lnTo>
                    <a:pt x="105444" y="6395"/>
                  </a:lnTo>
                  <a:lnTo>
                    <a:pt x="148575" y="0"/>
                  </a:lnTo>
                  <a:lnTo>
                    <a:pt x="163137" y="713"/>
                  </a:lnTo>
                  <a:lnTo>
                    <a:pt x="205430" y="11309"/>
                  </a:lnTo>
                  <a:lnTo>
                    <a:pt x="242830" y="33723"/>
                  </a:lnTo>
                  <a:lnTo>
                    <a:pt x="272109" y="66030"/>
                  </a:lnTo>
                  <a:lnTo>
                    <a:pt x="290753" y="105445"/>
                  </a:lnTo>
                  <a:lnTo>
                    <a:pt x="297150" y="148574"/>
                  </a:lnTo>
                  <a:lnTo>
                    <a:pt x="296435" y="163137"/>
                  </a:lnTo>
                  <a:lnTo>
                    <a:pt x="285838" y="205431"/>
                  </a:lnTo>
                  <a:lnTo>
                    <a:pt x="263424" y="242830"/>
                  </a:lnTo>
                  <a:lnTo>
                    <a:pt x="231117" y="272109"/>
                  </a:lnTo>
                  <a:lnTo>
                    <a:pt x="191703" y="290753"/>
                  </a:lnTo>
                  <a:lnTo>
                    <a:pt x="148575" y="297149"/>
                  </a:lnTo>
                  <a:close/>
                </a:path>
              </a:pathLst>
            </a:custGeom>
            <a:solidFill>
              <a:srgbClr val="FF5959">
                <a:alpha val="19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31404" y="7715470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84553" y="204506"/>
                  </a:moveTo>
                  <a:lnTo>
                    <a:pt x="262239" y="241737"/>
                  </a:lnTo>
                  <a:lnTo>
                    <a:pt x="230077" y="270884"/>
                  </a:lnTo>
                  <a:lnTo>
                    <a:pt x="190840" y="289444"/>
                  </a:lnTo>
                  <a:lnTo>
                    <a:pt x="147904" y="295811"/>
                  </a:lnTo>
                  <a:lnTo>
                    <a:pt x="133407" y="295100"/>
                  </a:lnTo>
                  <a:lnTo>
                    <a:pt x="91304" y="284552"/>
                  </a:lnTo>
                  <a:lnTo>
                    <a:pt x="54072" y="262239"/>
                  </a:lnTo>
                  <a:lnTo>
                    <a:pt x="24925" y="230077"/>
                  </a:lnTo>
                  <a:lnTo>
                    <a:pt x="6366" y="190840"/>
                  </a:lnTo>
                  <a:lnTo>
                    <a:pt x="0" y="147905"/>
                  </a:lnTo>
                  <a:lnTo>
                    <a:pt x="710" y="133408"/>
                  </a:lnTo>
                  <a:lnTo>
                    <a:pt x="11258" y="91304"/>
                  </a:lnTo>
                  <a:lnTo>
                    <a:pt x="33570" y="54074"/>
                  </a:lnTo>
                  <a:lnTo>
                    <a:pt x="65732" y="24926"/>
                  </a:lnTo>
                  <a:lnTo>
                    <a:pt x="104969" y="6366"/>
                  </a:lnTo>
                  <a:lnTo>
                    <a:pt x="147904" y="0"/>
                  </a:lnTo>
                  <a:lnTo>
                    <a:pt x="162402" y="710"/>
                  </a:lnTo>
                  <a:lnTo>
                    <a:pt x="204507" y="11258"/>
                  </a:lnTo>
                  <a:lnTo>
                    <a:pt x="241736" y="33571"/>
                  </a:lnTo>
                  <a:lnTo>
                    <a:pt x="270884" y="65733"/>
                  </a:lnTo>
                  <a:lnTo>
                    <a:pt x="289443" y="104970"/>
                  </a:lnTo>
                  <a:lnTo>
                    <a:pt x="295811" y="147905"/>
                  </a:lnTo>
                  <a:lnTo>
                    <a:pt x="295100" y="162403"/>
                  </a:lnTo>
                  <a:lnTo>
                    <a:pt x="292970" y="176760"/>
                  </a:lnTo>
                  <a:lnTo>
                    <a:pt x="289444" y="190841"/>
                  </a:lnTo>
                  <a:lnTo>
                    <a:pt x="284553" y="204506"/>
                  </a:lnTo>
                  <a:close/>
                </a:path>
              </a:pathLst>
            </a:custGeom>
            <a:solidFill>
              <a:srgbClr val="FF5959">
                <a:alpha val="712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160258" y="7715706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52493" y="252489"/>
                  </a:moveTo>
                  <a:lnTo>
                    <a:pt x="217630" y="278347"/>
                  </a:lnTo>
                  <a:lnTo>
                    <a:pt x="176763" y="292969"/>
                  </a:lnTo>
                  <a:lnTo>
                    <a:pt x="147908" y="295811"/>
                  </a:lnTo>
                  <a:lnTo>
                    <a:pt x="133410" y="295101"/>
                  </a:lnTo>
                  <a:lnTo>
                    <a:pt x="91306" y="284553"/>
                  </a:lnTo>
                  <a:lnTo>
                    <a:pt x="54076" y="262241"/>
                  </a:lnTo>
                  <a:lnTo>
                    <a:pt x="24926" y="230079"/>
                  </a:lnTo>
                  <a:lnTo>
                    <a:pt x="6367" y="190842"/>
                  </a:lnTo>
                  <a:lnTo>
                    <a:pt x="0" y="147908"/>
                  </a:lnTo>
                  <a:lnTo>
                    <a:pt x="710" y="133411"/>
                  </a:lnTo>
                  <a:lnTo>
                    <a:pt x="11257" y="91308"/>
                  </a:lnTo>
                  <a:lnTo>
                    <a:pt x="33570" y="54076"/>
                  </a:lnTo>
                  <a:lnTo>
                    <a:pt x="65731" y="24927"/>
                  </a:lnTo>
                  <a:lnTo>
                    <a:pt x="104967" y="6368"/>
                  </a:lnTo>
                  <a:lnTo>
                    <a:pt x="147903" y="0"/>
                  </a:lnTo>
                  <a:lnTo>
                    <a:pt x="162400" y="709"/>
                  </a:lnTo>
                  <a:lnTo>
                    <a:pt x="204503" y="11257"/>
                  </a:lnTo>
                  <a:lnTo>
                    <a:pt x="241735" y="33570"/>
                  </a:lnTo>
                  <a:lnTo>
                    <a:pt x="270883" y="65731"/>
                  </a:lnTo>
                  <a:lnTo>
                    <a:pt x="289442" y="104968"/>
                  </a:lnTo>
                  <a:lnTo>
                    <a:pt x="295811" y="147903"/>
                  </a:lnTo>
                  <a:lnTo>
                    <a:pt x="295101" y="162400"/>
                  </a:lnTo>
                  <a:lnTo>
                    <a:pt x="284553" y="204504"/>
                  </a:lnTo>
                  <a:lnTo>
                    <a:pt x="262242" y="241735"/>
                  </a:lnTo>
                  <a:lnTo>
                    <a:pt x="252493" y="252489"/>
                  </a:lnTo>
                  <a:close/>
                </a:path>
              </a:pathLst>
            </a:custGeom>
            <a:solidFill>
              <a:srgbClr val="FF5959">
                <a:alpha val="29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07611" y="6939302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52493" y="252489"/>
                  </a:moveTo>
                  <a:lnTo>
                    <a:pt x="217631" y="278347"/>
                  </a:lnTo>
                  <a:lnTo>
                    <a:pt x="176762" y="292968"/>
                  </a:lnTo>
                  <a:lnTo>
                    <a:pt x="147908" y="295811"/>
                  </a:lnTo>
                  <a:lnTo>
                    <a:pt x="133410" y="295101"/>
                  </a:lnTo>
                  <a:lnTo>
                    <a:pt x="91307" y="284553"/>
                  </a:lnTo>
                  <a:lnTo>
                    <a:pt x="54076" y="262241"/>
                  </a:lnTo>
                  <a:lnTo>
                    <a:pt x="24928" y="230080"/>
                  </a:lnTo>
                  <a:lnTo>
                    <a:pt x="6367" y="190843"/>
                  </a:lnTo>
                  <a:lnTo>
                    <a:pt x="0" y="147908"/>
                  </a:lnTo>
                  <a:lnTo>
                    <a:pt x="710" y="133411"/>
                  </a:lnTo>
                  <a:lnTo>
                    <a:pt x="11257" y="91306"/>
                  </a:lnTo>
                  <a:lnTo>
                    <a:pt x="33570" y="54076"/>
                  </a:lnTo>
                  <a:lnTo>
                    <a:pt x="65731" y="24928"/>
                  </a:lnTo>
                  <a:lnTo>
                    <a:pt x="104967" y="6368"/>
                  </a:lnTo>
                  <a:lnTo>
                    <a:pt x="147903" y="0"/>
                  </a:lnTo>
                  <a:lnTo>
                    <a:pt x="162400" y="710"/>
                  </a:lnTo>
                  <a:lnTo>
                    <a:pt x="204503" y="11257"/>
                  </a:lnTo>
                  <a:lnTo>
                    <a:pt x="241735" y="33570"/>
                  </a:lnTo>
                  <a:lnTo>
                    <a:pt x="270883" y="65731"/>
                  </a:lnTo>
                  <a:lnTo>
                    <a:pt x="289443" y="104968"/>
                  </a:lnTo>
                  <a:lnTo>
                    <a:pt x="295811" y="147902"/>
                  </a:lnTo>
                  <a:lnTo>
                    <a:pt x="295101" y="162399"/>
                  </a:lnTo>
                  <a:lnTo>
                    <a:pt x="284554" y="204504"/>
                  </a:lnTo>
                  <a:lnTo>
                    <a:pt x="262241" y="241735"/>
                  </a:lnTo>
                  <a:lnTo>
                    <a:pt x="252493" y="252489"/>
                  </a:lnTo>
                  <a:close/>
                </a:path>
              </a:pathLst>
            </a:custGeom>
            <a:solidFill>
              <a:srgbClr val="FF5959">
                <a:alpha val="3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84407" y="6939066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181803" y="291759"/>
                  </a:moveTo>
                  <a:lnTo>
                    <a:pt x="167529" y="294399"/>
                  </a:lnTo>
                  <a:lnTo>
                    <a:pt x="153066" y="295624"/>
                  </a:lnTo>
                  <a:lnTo>
                    <a:pt x="138552" y="295429"/>
                  </a:lnTo>
                  <a:lnTo>
                    <a:pt x="96100" y="286383"/>
                  </a:lnTo>
                  <a:lnTo>
                    <a:pt x="58101" y="265407"/>
                  </a:lnTo>
                  <a:lnTo>
                    <a:pt x="27829" y="234301"/>
                  </a:lnTo>
                  <a:lnTo>
                    <a:pt x="7888" y="195749"/>
                  </a:lnTo>
                  <a:lnTo>
                    <a:pt x="0" y="153067"/>
                  </a:lnTo>
                  <a:lnTo>
                    <a:pt x="194" y="138553"/>
                  </a:lnTo>
                  <a:lnTo>
                    <a:pt x="9239" y="96101"/>
                  </a:lnTo>
                  <a:lnTo>
                    <a:pt x="30216" y="58101"/>
                  </a:lnTo>
                  <a:lnTo>
                    <a:pt x="61322" y="27829"/>
                  </a:lnTo>
                  <a:lnTo>
                    <a:pt x="99875" y="7888"/>
                  </a:lnTo>
                  <a:lnTo>
                    <a:pt x="142557" y="0"/>
                  </a:lnTo>
                  <a:lnTo>
                    <a:pt x="157070" y="194"/>
                  </a:lnTo>
                  <a:lnTo>
                    <a:pt x="199522" y="9240"/>
                  </a:lnTo>
                  <a:lnTo>
                    <a:pt x="237522" y="30216"/>
                  </a:lnTo>
                  <a:lnTo>
                    <a:pt x="267794" y="61322"/>
                  </a:lnTo>
                  <a:lnTo>
                    <a:pt x="287736" y="99875"/>
                  </a:lnTo>
                  <a:lnTo>
                    <a:pt x="295624" y="142557"/>
                  </a:lnTo>
                  <a:lnTo>
                    <a:pt x="295429" y="157071"/>
                  </a:lnTo>
                  <a:lnTo>
                    <a:pt x="286383" y="199522"/>
                  </a:lnTo>
                  <a:lnTo>
                    <a:pt x="265407" y="237521"/>
                  </a:lnTo>
                  <a:lnTo>
                    <a:pt x="234301" y="267794"/>
                  </a:lnTo>
                  <a:lnTo>
                    <a:pt x="195749" y="287735"/>
                  </a:lnTo>
                  <a:lnTo>
                    <a:pt x="181803" y="291759"/>
                  </a:lnTo>
                  <a:close/>
                </a:path>
              </a:pathLst>
            </a:custGeom>
            <a:solidFill>
              <a:srgbClr val="FF5959">
                <a:alpha val="272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713007" y="6163074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252493" y="252488"/>
                  </a:moveTo>
                  <a:lnTo>
                    <a:pt x="217630" y="278346"/>
                  </a:lnTo>
                  <a:lnTo>
                    <a:pt x="176762" y="292968"/>
                  </a:lnTo>
                  <a:lnTo>
                    <a:pt x="147908" y="295810"/>
                  </a:lnTo>
                  <a:lnTo>
                    <a:pt x="133410" y="295100"/>
                  </a:lnTo>
                  <a:lnTo>
                    <a:pt x="91307" y="284553"/>
                  </a:lnTo>
                  <a:lnTo>
                    <a:pt x="54075" y="262241"/>
                  </a:lnTo>
                  <a:lnTo>
                    <a:pt x="24926" y="230080"/>
                  </a:lnTo>
                  <a:lnTo>
                    <a:pt x="6367" y="190843"/>
                  </a:lnTo>
                  <a:lnTo>
                    <a:pt x="0" y="147908"/>
                  </a:lnTo>
                  <a:lnTo>
                    <a:pt x="709" y="133410"/>
                  </a:lnTo>
                  <a:lnTo>
                    <a:pt x="11256" y="91306"/>
                  </a:lnTo>
                  <a:lnTo>
                    <a:pt x="33570" y="54075"/>
                  </a:lnTo>
                  <a:lnTo>
                    <a:pt x="65731" y="24927"/>
                  </a:lnTo>
                  <a:lnTo>
                    <a:pt x="104967" y="6367"/>
                  </a:lnTo>
                  <a:lnTo>
                    <a:pt x="147902" y="0"/>
                  </a:lnTo>
                  <a:lnTo>
                    <a:pt x="162400" y="710"/>
                  </a:lnTo>
                  <a:lnTo>
                    <a:pt x="204503" y="11257"/>
                  </a:lnTo>
                  <a:lnTo>
                    <a:pt x="241735" y="33569"/>
                  </a:lnTo>
                  <a:lnTo>
                    <a:pt x="270883" y="65731"/>
                  </a:lnTo>
                  <a:lnTo>
                    <a:pt x="289442" y="104967"/>
                  </a:lnTo>
                  <a:lnTo>
                    <a:pt x="295810" y="147902"/>
                  </a:lnTo>
                  <a:lnTo>
                    <a:pt x="295100" y="162400"/>
                  </a:lnTo>
                  <a:lnTo>
                    <a:pt x="284553" y="204504"/>
                  </a:lnTo>
                  <a:lnTo>
                    <a:pt x="262241" y="241735"/>
                  </a:lnTo>
                  <a:lnTo>
                    <a:pt x="252493" y="252488"/>
                  </a:lnTo>
                  <a:close/>
                </a:path>
              </a:pathLst>
            </a:custGeom>
            <a:solidFill>
              <a:srgbClr val="FF5959">
                <a:alpha val="142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78449" y="6163007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252493" y="252489"/>
                  </a:moveTo>
                  <a:lnTo>
                    <a:pt x="217630" y="278347"/>
                  </a:lnTo>
                  <a:lnTo>
                    <a:pt x="176762" y="292968"/>
                  </a:lnTo>
                  <a:lnTo>
                    <a:pt x="147908" y="295811"/>
                  </a:lnTo>
                  <a:lnTo>
                    <a:pt x="133410" y="295101"/>
                  </a:lnTo>
                  <a:lnTo>
                    <a:pt x="91306" y="284554"/>
                  </a:lnTo>
                  <a:lnTo>
                    <a:pt x="54076" y="262241"/>
                  </a:lnTo>
                  <a:lnTo>
                    <a:pt x="24927" y="230079"/>
                  </a:lnTo>
                  <a:lnTo>
                    <a:pt x="6367" y="190843"/>
                  </a:lnTo>
                  <a:lnTo>
                    <a:pt x="0" y="147908"/>
                  </a:lnTo>
                  <a:lnTo>
                    <a:pt x="709" y="133410"/>
                  </a:lnTo>
                  <a:lnTo>
                    <a:pt x="11257" y="91306"/>
                  </a:lnTo>
                  <a:lnTo>
                    <a:pt x="33570" y="54076"/>
                  </a:lnTo>
                  <a:lnTo>
                    <a:pt x="65730" y="24928"/>
                  </a:lnTo>
                  <a:lnTo>
                    <a:pt x="104967" y="6367"/>
                  </a:lnTo>
                  <a:lnTo>
                    <a:pt x="147903" y="0"/>
                  </a:lnTo>
                  <a:lnTo>
                    <a:pt x="162400" y="710"/>
                  </a:lnTo>
                  <a:lnTo>
                    <a:pt x="204504" y="11257"/>
                  </a:lnTo>
                  <a:lnTo>
                    <a:pt x="241735" y="33570"/>
                  </a:lnTo>
                  <a:lnTo>
                    <a:pt x="270883" y="65731"/>
                  </a:lnTo>
                  <a:lnTo>
                    <a:pt x="289443" y="104967"/>
                  </a:lnTo>
                  <a:lnTo>
                    <a:pt x="295811" y="147902"/>
                  </a:lnTo>
                  <a:lnTo>
                    <a:pt x="295101" y="162400"/>
                  </a:lnTo>
                  <a:lnTo>
                    <a:pt x="284553" y="204504"/>
                  </a:lnTo>
                  <a:lnTo>
                    <a:pt x="262241" y="241735"/>
                  </a:lnTo>
                  <a:lnTo>
                    <a:pt x="252493" y="252489"/>
                  </a:lnTo>
                  <a:close/>
                </a:path>
              </a:pathLst>
            </a:custGeom>
            <a:solidFill>
              <a:srgbClr val="FF5959">
                <a:alpha val="83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57480" y="5389339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29">
                  <a:moveTo>
                    <a:pt x="145228" y="290457"/>
                  </a:moveTo>
                  <a:lnTo>
                    <a:pt x="103070" y="284204"/>
                  </a:lnTo>
                  <a:lnTo>
                    <a:pt x="64543" y="265980"/>
                  </a:lnTo>
                  <a:lnTo>
                    <a:pt x="32964" y="237360"/>
                  </a:lnTo>
                  <a:lnTo>
                    <a:pt x="11054" y="200803"/>
                  </a:lnTo>
                  <a:lnTo>
                    <a:pt x="697" y="159463"/>
                  </a:lnTo>
                  <a:lnTo>
                    <a:pt x="0" y="145228"/>
                  </a:lnTo>
                  <a:lnTo>
                    <a:pt x="697" y="130992"/>
                  </a:lnTo>
                  <a:lnTo>
                    <a:pt x="11054" y="89650"/>
                  </a:lnTo>
                  <a:lnTo>
                    <a:pt x="32963" y="53094"/>
                  </a:lnTo>
                  <a:lnTo>
                    <a:pt x="64543" y="24474"/>
                  </a:lnTo>
                  <a:lnTo>
                    <a:pt x="103070" y="6251"/>
                  </a:lnTo>
                  <a:lnTo>
                    <a:pt x="145228" y="0"/>
                  </a:lnTo>
                  <a:lnTo>
                    <a:pt x="159463" y="697"/>
                  </a:lnTo>
                  <a:lnTo>
                    <a:pt x="200805" y="11054"/>
                  </a:lnTo>
                  <a:lnTo>
                    <a:pt x="237361" y="32963"/>
                  </a:lnTo>
                  <a:lnTo>
                    <a:pt x="265981" y="64542"/>
                  </a:lnTo>
                  <a:lnTo>
                    <a:pt x="284205" y="103069"/>
                  </a:lnTo>
                  <a:lnTo>
                    <a:pt x="290457" y="145228"/>
                  </a:lnTo>
                  <a:lnTo>
                    <a:pt x="289759" y="159463"/>
                  </a:lnTo>
                  <a:lnTo>
                    <a:pt x="279402" y="200803"/>
                  </a:lnTo>
                  <a:lnTo>
                    <a:pt x="257492" y="237360"/>
                  </a:lnTo>
                  <a:lnTo>
                    <a:pt x="225913" y="265980"/>
                  </a:lnTo>
                  <a:lnTo>
                    <a:pt x="187386" y="284204"/>
                  </a:lnTo>
                  <a:lnTo>
                    <a:pt x="145228" y="290457"/>
                  </a:lnTo>
                  <a:close/>
                </a:path>
              </a:pathLst>
            </a:custGeom>
            <a:solidFill>
              <a:srgbClr val="FF5959">
                <a:alpha val="74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939390" y="5389339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29">
                  <a:moveTo>
                    <a:pt x="145228" y="290457"/>
                  </a:moveTo>
                  <a:lnTo>
                    <a:pt x="103069" y="284204"/>
                  </a:lnTo>
                  <a:lnTo>
                    <a:pt x="64542" y="265980"/>
                  </a:lnTo>
                  <a:lnTo>
                    <a:pt x="32963" y="237360"/>
                  </a:lnTo>
                  <a:lnTo>
                    <a:pt x="11054" y="200803"/>
                  </a:lnTo>
                  <a:lnTo>
                    <a:pt x="697" y="159463"/>
                  </a:lnTo>
                  <a:lnTo>
                    <a:pt x="0" y="145228"/>
                  </a:lnTo>
                  <a:lnTo>
                    <a:pt x="697" y="130992"/>
                  </a:lnTo>
                  <a:lnTo>
                    <a:pt x="11054" y="89650"/>
                  </a:lnTo>
                  <a:lnTo>
                    <a:pt x="32963" y="53094"/>
                  </a:lnTo>
                  <a:lnTo>
                    <a:pt x="64542" y="24474"/>
                  </a:lnTo>
                  <a:lnTo>
                    <a:pt x="103069" y="6251"/>
                  </a:lnTo>
                  <a:lnTo>
                    <a:pt x="145228" y="0"/>
                  </a:lnTo>
                  <a:lnTo>
                    <a:pt x="159463" y="697"/>
                  </a:lnTo>
                  <a:lnTo>
                    <a:pt x="200804" y="11054"/>
                  </a:lnTo>
                  <a:lnTo>
                    <a:pt x="237360" y="32963"/>
                  </a:lnTo>
                  <a:lnTo>
                    <a:pt x="265980" y="64542"/>
                  </a:lnTo>
                  <a:lnTo>
                    <a:pt x="284204" y="103069"/>
                  </a:lnTo>
                  <a:lnTo>
                    <a:pt x="290457" y="145228"/>
                  </a:lnTo>
                  <a:lnTo>
                    <a:pt x="289758" y="159463"/>
                  </a:lnTo>
                  <a:lnTo>
                    <a:pt x="279401" y="200803"/>
                  </a:lnTo>
                  <a:lnTo>
                    <a:pt x="257492" y="237360"/>
                  </a:lnTo>
                  <a:lnTo>
                    <a:pt x="225912" y="265980"/>
                  </a:lnTo>
                  <a:lnTo>
                    <a:pt x="187386" y="284204"/>
                  </a:lnTo>
                  <a:lnTo>
                    <a:pt x="145228" y="290457"/>
                  </a:lnTo>
                  <a:close/>
                </a:path>
              </a:pathLst>
            </a:custGeom>
            <a:solidFill>
              <a:srgbClr val="FF5959">
                <a:alpha val="167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998683" y="1895398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30">
                  <a:moveTo>
                    <a:pt x="178512" y="286478"/>
                  </a:moveTo>
                  <a:lnTo>
                    <a:pt x="164498" y="289070"/>
                  </a:lnTo>
                  <a:lnTo>
                    <a:pt x="150296" y="290273"/>
                  </a:lnTo>
                  <a:lnTo>
                    <a:pt x="136045" y="290082"/>
                  </a:lnTo>
                  <a:lnTo>
                    <a:pt x="94361" y="281200"/>
                  </a:lnTo>
                  <a:lnTo>
                    <a:pt x="57049" y="260603"/>
                  </a:lnTo>
                  <a:lnTo>
                    <a:pt x="27325" y="230060"/>
                  </a:lnTo>
                  <a:lnTo>
                    <a:pt x="7745" y="192205"/>
                  </a:lnTo>
                  <a:lnTo>
                    <a:pt x="0" y="150296"/>
                  </a:lnTo>
                  <a:lnTo>
                    <a:pt x="191" y="136045"/>
                  </a:lnTo>
                  <a:lnTo>
                    <a:pt x="9072" y="94362"/>
                  </a:lnTo>
                  <a:lnTo>
                    <a:pt x="29669" y="57050"/>
                  </a:lnTo>
                  <a:lnTo>
                    <a:pt x="60212" y="27326"/>
                  </a:lnTo>
                  <a:lnTo>
                    <a:pt x="98068" y="7745"/>
                  </a:lnTo>
                  <a:lnTo>
                    <a:pt x="139976" y="0"/>
                  </a:lnTo>
                  <a:lnTo>
                    <a:pt x="154227" y="191"/>
                  </a:lnTo>
                  <a:lnTo>
                    <a:pt x="195911" y="9073"/>
                  </a:lnTo>
                  <a:lnTo>
                    <a:pt x="233222" y="29670"/>
                  </a:lnTo>
                  <a:lnTo>
                    <a:pt x="262946" y="60213"/>
                  </a:lnTo>
                  <a:lnTo>
                    <a:pt x="282527" y="98068"/>
                  </a:lnTo>
                  <a:lnTo>
                    <a:pt x="290273" y="139977"/>
                  </a:lnTo>
                  <a:lnTo>
                    <a:pt x="290081" y="154228"/>
                  </a:lnTo>
                  <a:lnTo>
                    <a:pt x="281199" y="195911"/>
                  </a:lnTo>
                  <a:lnTo>
                    <a:pt x="260603" y="233223"/>
                  </a:lnTo>
                  <a:lnTo>
                    <a:pt x="230059" y="262947"/>
                  </a:lnTo>
                  <a:lnTo>
                    <a:pt x="192205" y="282528"/>
                  </a:lnTo>
                  <a:lnTo>
                    <a:pt x="178512" y="286478"/>
                  </a:lnTo>
                  <a:close/>
                </a:path>
              </a:pathLst>
            </a:custGeom>
            <a:solidFill>
              <a:srgbClr val="FF5959">
                <a:alpha val="712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95322" y="5003100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5" h="286385">
                  <a:moveTo>
                    <a:pt x="176044" y="282518"/>
                  </a:moveTo>
                  <a:lnTo>
                    <a:pt x="162223" y="285074"/>
                  </a:lnTo>
                  <a:lnTo>
                    <a:pt x="148218" y="286260"/>
                  </a:lnTo>
                  <a:lnTo>
                    <a:pt x="134164" y="286071"/>
                  </a:lnTo>
                  <a:lnTo>
                    <a:pt x="93057" y="277312"/>
                  </a:lnTo>
                  <a:lnTo>
                    <a:pt x="56261" y="257000"/>
                  </a:lnTo>
                  <a:lnTo>
                    <a:pt x="26948" y="226879"/>
                  </a:lnTo>
                  <a:lnTo>
                    <a:pt x="7638" y="189548"/>
                  </a:lnTo>
                  <a:lnTo>
                    <a:pt x="0" y="148218"/>
                  </a:lnTo>
                  <a:lnTo>
                    <a:pt x="188" y="134164"/>
                  </a:lnTo>
                  <a:lnTo>
                    <a:pt x="8947" y="93057"/>
                  </a:lnTo>
                  <a:lnTo>
                    <a:pt x="29259" y="56261"/>
                  </a:lnTo>
                  <a:lnTo>
                    <a:pt x="59380" y="26948"/>
                  </a:lnTo>
                  <a:lnTo>
                    <a:pt x="96712" y="7638"/>
                  </a:lnTo>
                  <a:lnTo>
                    <a:pt x="138042" y="0"/>
                  </a:lnTo>
                  <a:lnTo>
                    <a:pt x="152096" y="188"/>
                  </a:lnTo>
                  <a:lnTo>
                    <a:pt x="193203" y="8947"/>
                  </a:lnTo>
                  <a:lnTo>
                    <a:pt x="229999" y="29259"/>
                  </a:lnTo>
                  <a:lnTo>
                    <a:pt x="259312" y="59380"/>
                  </a:lnTo>
                  <a:lnTo>
                    <a:pt x="278622" y="96711"/>
                  </a:lnTo>
                  <a:lnTo>
                    <a:pt x="286260" y="138041"/>
                  </a:lnTo>
                  <a:lnTo>
                    <a:pt x="286072" y="152095"/>
                  </a:lnTo>
                  <a:lnTo>
                    <a:pt x="277312" y="193202"/>
                  </a:lnTo>
                  <a:lnTo>
                    <a:pt x="257001" y="229999"/>
                  </a:lnTo>
                  <a:lnTo>
                    <a:pt x="226879" y="259311"/>
                  </a:lnTo>
                  <a:lnTo>
                    <a:pt x="189549" y="278622"/>
                  </a:lnTo>
                  <a:lnTo>
                    <a:pt x="176044" y="282518"/>
                  </a:lnTo>
                  <a:close/>
                </a:path>
              </a:pathLst>
            </a:custGeom>
            <a:solidFill>
              <a:srgbClr val="FF5959">
                <a:alpha val="55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2106127" y="5003178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21" y="286441"/>
                  </a:moveTo>
                  <a:lnTo>
                    <a:pt x="101644" y="280275"/>
                  </a:lnTo>
                  <a:lnTo>
                    <a:pt x="63650" y="262303"/>
                  </a:lnTo>
                  <a:lnTo>
                    <a:pt x="32506" y="234079"/>
                  </a:lnTo>
                  <a:lnTo>
                    <a:pt x="10900" y="198028"/>
                  </a:lnTo>
                  <a:lnTo>
                    <a:pt x="687" y="157258"/>
                  </a:lnTo>
                  <a:lnTo>
                    <a:pt x="0" y="143220"/>
                  </a:lnTo>
                  <a:lnTo>
                    <a:pt x="687" y="129182"/>
                  </a:lnTo>
                  <a:lnTo>
                    <a:pt x="10900" y="88412"/>
                  </a:lnTo>
                  <a:lnTo>
                    <a:pt x="32507" y="52360"/>
                  </a:lnTo>
                  <a:lnTo>
                    <a:pt x="63650" y="24136"/>
                  </a:lnTo>
                  <a:lnTo>
                    <a:pt x="101644" y="6165"/>
                  </a:lnTo>
                  <a:lnTo>
                    <a:pt x="143221" y="0"/>
                  </a:lnTo>
                  <a:lnTo>
                    <a:pt x="157258" y="687"/>
                  </a:lnTo>
                  <a:lnTo>
                    <a:pt x="198028" y="10901"/>
                  </a:lnTo>
                  <a:lnTo>
                    <a:pt x="234079" y="32507"/>
                  </a:lnTo>
                  <a:lnTo>
                    <a:pt x="262303" y="63650"/>
                  </a:lnTo>
                  <a:lnTo>
                    <a:pt x="280275" y="101644"/>
                  </a:lnTo>
                  <a:lnTo>
                    <a:pt x="286441" y="143220"/>
                  </a:lnTo>
                  <a:lnTo>
                    <a:pt x="285753" y="157258"/>
                  </a:lnTo>
                  <a:lnTo>
                    <a:pt x="275538" y="198028"/>
                  </a:lnTo>
                  <a:lnTo>
                    <a:pt x="253932" y="234079"/>
                  </a:lnTo>
                  <a:lnTo>
                    <a:pt x="222788" y="262303"/>
                  </a:lnTo>
                  <a:lnTo>
                    <a:pt x="184795" y="280275"/>
                  </a:lnTo>
                  <a:lnTo>
                    <a:pt x="143221" y="286441"/>
                  </a:lnTo>
                  <a:close/>
                </a:path>
              </a:pathLst>
            </a:custGeom>
            <a:solidFill>
              <a:srgbClr val="FF5959">
                <a:alpha val="1332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941411" y="4615043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244495" y="244491"/>
                  </a:moveTo>
                  <a:lnTo>
                    <a:pt x="210737" y="269530"/>
                  </a:lnTo>
                  <a:lnTo>
                    <a:pt x="171163" y="283688"/>
                  </a:lnTo>
                  <a:lnTo>
                    <a:pt x="143223" y="286441"/>
                  </a:lnTo>
                  <a:lnTo>
                    <a:pt x="129184" y="285753"/>
                  </a:lnTo>
                  <a:lnTo>
                    <a:pt x="88413" y="275540"/>
                  </a:lnTo>
                  <a:lnTo>
                    <a:pt x="52363" y="253935"/>
                  </a:lnTo>
                  <a:lnTo>
                    <a:pt x="24137" y="222792"/>
                  </a:lnTo>
                  <a:lnTo>
                    <a:pt x="6165" y="184798"/>
                  </a:lnTo>
                  <a:lnTo>
                    <a:pt x="0" y="143222"/>
                  </a:lnTo>
                  <a:lnTo>
                    <a:pt x="687" y="129184"/>
                  </a:lnTo>
                  <a:lnTo>
                    <a:pt x="10900" y="88414"/>
                  </a:lnTo>
                  <a:lnTo>
                    <a:pt x="32507" y="52362"/>
                  </a:lnTo>
                  <a:lnTo>
                    <a:pt x="63648" y="24138"/>
                  </a:lnTo>
                  <a:lnTo>
                    <a:pt x="101642" y="6166"/>
                  </a:lnTo>
                  <a:lnTo>
                    <a:pt x="143217" y="0"/>
                  </a:lnTo>
                  <a:lnTo>
                    <a:pt x="157255" y="687"/>
                  </a:lnTo>
                  <a:lnTo>
                    <a:pt x="198026" y="10900"/>
                  </a:lnTo>
                  <a:lnTo>
                    <a:pt x="234078" y="32506"/>
                  </a:lnTo>
                  <a:lnTo>
                    <a:pt x="262302" y="63649"/>
                  </a:lnTo>
                  <a:lnTo>
                    <a:pt x="280274" y="101643"/>
                  </a:lnTo>
                  <a:lnTo>
                    <a:pt x="286441" y="143218"/>
                  </a:lnTo>
                  <a:lnTo>
                    <a:pt x="285753" y="157256"/>
                  </a:lnTo>
                  <a:lnTo>
                    <a:pt x="275540" y="198026"/>
                  </a:lnTo>
                  <a:lnTo>
                    <a:pt x="253934" y="234078"/>
                  </a:lnTo>
                  <a:lnTo>
                    <a:pt x="244495" y="244491"/>
                  </a:lnTo>
                  <a:close/>
                </a:path>
              </a:pathLst>
            </a:custGeom>
            <a:solidFill>
              <a:srgbClr val="FF5959">
                <a:alpha val="114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59710" y="4615009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20" y="286441"/>
                  </a:moveTo>
                  <a:lnTo>
                    <a:pt x="101645" y="280275"/>
                  </a:lnTo>
                  <a:lnTo>
                    <a:pt x="63651" y="262303"/>
                  </a:lnTo>
                  <a:lnTo>
                    <a:pt x="32508" y="234079"/>
                  </a:lnTo>
                  <a:lnTo>
                    <a:pt x="10901" y="198028"/>
                  </a:lnTo>
                  <a:lnTo>
                    <a:pt x="687" y="157258"/>
                  </a:lnTo>
                  <a:lnTo>
                    <a:pt x="0" y="143220"/>
                  </a:lnTo>
                  <a:lnTo>
                    <a:pt x="687" y="129182"/>
                  </a:lnTo>
                  <a:lnTo>
                    <a:pt x="10901" y="88412"/>
                  </a:lnTo>
                  <a:lnTo>
                    <a:pt x="32508" y="52360"/>
                  </a:lnTo>
                  <a:lnTo>
                    <a:pt x="63651" y="24136"/>
                  </a:lnTo>
                  <a:lnTo>
                    <a:pt x="101645" y="6164"/>
                  </a:lnTo>
                  <a:lnTo>
                    <a:pt x="143220" y="0"/>
                  </a:lnTo>
                  <a:lnTo>
                    <a:pt x="157259" y="687"/>
                  </a:lnTo>
                  <a:lnTo>
                    <a:pt x="198028" y="10901"/>
                  </a:lnTo>
                  <a:lnTo>
                    <a:pt x="234079" y="32507"/>
                  </a:lnTo>
                  <a:lnTo>
                    <a:pt x="262304" y="63650"/>
                  </a:lnTo>
                  <a:lnTo>
                    <a:pt x="280275" y="101645"/>
                  </a:lnTo>
                  <a:lnTo>
                    <a:pt x="286441" y="143220"/>
                  </a:lnTo>
                  <a:lnTo>
                    <a:pt x="285753" y="157258"/>
                  </a:lnTo>
                  <a:lnTo>
                    <a:pt x="275538" y="198028"/>
                  </a:lnTo>
                  <a:lnTo>
                    <a:pt x="253933" y="234079"/>
                  </a:lnTo>
                  <a:lnTo>
                    <a:pt x="222789" y="262303"/>
                  </a:lnTo>
                  <a:lnTo>
                    <a:pt x="184795" y="280275"/>
                  </a:lnTo>
                  <a:lnTo>
                    <a:pt x="143220" y="286441"/>
                  </a:lnTo>
                  <a:close/>
                </a:path>
              </a:pathLst>
            </a:custGeom>
            <a:solidFill>
              <a:srgbClr val="FF5959">
                <a:alpha val="24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001893" y="8109866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882" y="283764"/>
                  </a:moveTo>
                  <a:lnTo>
                    <a:pt x="100695" y="277656"/>
                  </a:lnTo>
                  <a:lnTo>
                    <a:pt x="63056" y="259852"/>
                  </a:lnTo>
                  <a:lnTo>
                    <a:pt x="32203" y="231892"/>
                  </a:lnTo>
                  <a:lnTo>
                    <a:pt x="10799" y="196178"/>
                  </a:lnTo>
                  <a:lnTo>
                    <a:pt x="681" y="155789"/>
                  </a:lnTo>
                  <a:lnTo>
                    <a:pt x="0" y="141882"/>
                  </a:lnTo>
                  <a:lnTo>
                    <a:pt x="681" y="127975"/>
                  </a:lnTo>
                  <a:lnTo>
                    <a:pt x="10799" y="87585"/>
                  </a:lnTo>
                  <a:lnTo>
                    <a:pt x="32203" y="51871"/>
                  </a:lnTo>
                  <a:lnTo>
                    <a:pt x="63056" y="23909"/>
                  </a:lnTo>
                  <a:lnTo>
                    <a:pt x="100695" y="6107"/>
                  </a:lnTo>
                  <a:lnTo>
                    <a:pt x="141882" y="0"/>
                  </a:lnTo>
                  <a:lnTo>
                    <a:pt x="155789" y="681"/>
                  </a:lnTo>
                  <a:lnTo>
                    <a:pt x="196177" y="10799"/>
                  </a:lnTo>
                  <a:lnTo>
                    <a:pt x="231892" y="32203"/>
                  </a:lnTo>
                  <a:lnTo>
                    <a:pt x="259852" y="63056"/>
                  </a:lnTo>
                  <a:lnTo>
                    <a:pt x="277655" y="100695"/>
                  </a:lnTo>
                  <a:lnTo>
                    <a:pt x="283764" y="141882"/>
                  </a:lnTo>
                  <a:lnTo>
                    <a:pt x="283082" y="155788"/>
                  </a:lnTo>
                  <a:lnTo>
                    <a:pt x="272963" y="196177"/>
                  </a:lnTo>
                  <a:lnTo>
                    <a:pt x="251559" y="231892"/>
                  </a:lnTo>
                  <a:lnTo>
                    <a:pt x="220707" y="259852"/>
                  </a:lnTo>
                  <a:lnTo>
                    <a:pt x="183068" y="277656"/>
                  </a:lnTo>
                  <a:lnTo>
                    <a:pt x="141882" y="283764"/>
                  </a:lnTo>
                  <a:close/>
                </a:path>
              </a:pathLst>
            </a:custGeom>
            <a:solidFill>
              <a:srgbClr val="FF5959">
                <a:alpha val="43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778900" y="189961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213" y="282426"/>
                  </a:moveTo>
                  <a:lnTo>
                    <a:pt x="100220" y="276347"/>
                  </a:lnTo>
                  <a:lnTo>
                    <a:pt x="62758" y="258627"/>
                  </a:lnTo>
                  <a:lnTo>
                    <a:pt x="32052" y="230798"/>
                  </a:lnTo>
                  <a:lnTo>
                    <a:pt x="10748" y="195252"/>
                  </a:lnTo>
                  <a:lnTo>
                    <a:pt x="677" y="155054"/>
                  </a:lnTo>
                  <a:lnTo>
                    <a:pt x="0" y="141213"/>
                  </a:lnTo>
                  <a:lnTo>
                    <a:pt x="677" y="127371"/>
                  </a:lnTo>
                  <a:lnTo>
                    <a:pt x="10748" y="87172"/>
                  </a:lnTo>
                  <a:lnTo>
                    <a:pt x="32052" y="51627"/>
                  </a:lnTo>
                  <a:lnTo>
                    <a:pt x="62758" y="23798"/>
                  </a:lnTo>
                  <a:lnTo>
                    <a:pt x="100220" y="6078"/>
                  </a:lnTo>
                  <a:lnTo>
                    <a:pt x="141213" y="0"/>
                  </a:lnTo>
                  <a:lnTo>
                    <a:pt x="155054" y="678"/>
                  </a:lnTo>
                  <a:lnTo>
                    <a:pt x="195252" y="10748"/>
                  </a:lnTo>
                  <a:lnTo>
                    <a:pt x="230798" y="32052"/>
                  </a:lnTo>
                  <a:lnTo>
                    <a:pt x="258627" y="62758"/>
                  </a:lnTo>
                  <a:lnTo>
                    <a:pt x="276346" y="100220"/>
                  </a:lnTo>
                  <a:lnTo>
                    <a:pt x="282426" y="141213"/>
                  </a:lnTo>
                  <a:lnTo>
                    <a:pt x="281747" y="155054"/>
                  </a:lnTo>
                  <a:lnTo>
                    <a:pt x="271676" y="195252"/>
                  </a:lnTo>
                  <a:lnTo>
                    <a:pt x="250373" y="230798"/>
                  </a:lnTo>
                  <a:lnTo>
                    <a:pt x="219666" y="258627"/>
                  </a:lnTo>
                  <a:lnTo>
                    <a:pt x="182204" y="276347"/>
                  </a:lnTo>
                  <a:lnTo>
                    <a:pt x="141213" y="282426"/>
                  </a:lnTo>
                  <a:close/>
                </a:path>
              </a:pathLst>
            </a:custGeom>
            <a:solidFill>
              <a:srgbClr val="FF5959">
                <a:alpha val="19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107946" y="4228613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241067" y="241064"/>
                  </a:moveTo>
                  <a:lnTo>
                    <a:pt x="207782" y="265752"/>
                  </a:lnTo>
                  <a:lnTo>
                    <a:pt x="168764" y="279713"/>
                  </a:lnTo>
                  <a:lnTo>
                    <a:pt x="141215" y="282426"/>
                  </a:lnTo>
                  <a:lnTo>
                    <a:pt x="127373" y="281748"/>
                  </a:lnTo>
                  <a:lnTo>
                    <a:pt x="87174" y="271678"/>
                  </a:lnTo>
                  <a:lnTo>
                    <a:pt x="51629" y="250374"/>
                  </a:lnTo>
                  <a:lnTo>
                    <a:pt x="23799" y="219669"/>
                  </a:lnTo>
                  <a:lnTo>
                    <a:pt x="6078" y="182208"/>
                  </a:lnTo>
                  <a:lnTo>
                    <a:pt x="0" y="141215"/>
                  </a:lnTo>
                  <a:lnTo>
                    <a:pt x="677" y="127374"/>
                  </a:lnTo>
                  <a:lnTo>
                    <a:pt x="10747" y="87175"/>
                  </a:lnTo>
                  <a:lnTo>
                    <a:pt x="32050" y="51629"/>
                  </a:lnTo>
                  <a:lnTo>
                    <a:pt x="62756" y="23800"/>
                  </a:lnTo>
                  <a:lnTo>
                    <a:pt x="100217" y="6079"/>
                  </a:lnTo>
                  <a:lnTo>
                    <a:pt x="141210" y="0"/>
                  </a:lnTo>
                  <a:lnTo>
                    <a:pt x="155051" y="678"/>
                  </a:lnTo>
                  <a:lnTo>
                    <a:pt x="195250" y="10748"/>
                  </a:lnTo>
                  <a:lnTo>
                    <a:pt x="230797" y="32050"/>
                  </a:lnTo>
                  <a:lnTo>
                    <a:pt x="258625" y="62756"/>
                  </a:lnTo>
                  <a:lnTo>
                    <a:pt x="276345" y="100218"/>
                  </a:lnTo>
                  <a:lnTo>
                    <a:pt x="282426" y="141210"/>
                  </a:lnTo>
                  <a:lnTo>
                    <a:pt x="281748" y="155052"/>
                  </a:lnTo>
                  <a:lnTo>
                    <a:pt x="271677" y="195250"/>
                  </a:lnTo>
                  <a:lnTo>
                    <a:pt x="250374" y="230797"/>
                  </a:lnTo>
                  <a:lnTo>
                    <a:pt x="241067" y="241064"/>
                  </a:lnTo>
                  <a:close/>
                </a:path>
              </a:pathLst>
            </a:custGeom>
            <a:solidFill>
              <a:srgbClr val="FF5959">
                <a:alpha val="303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14393" y="30641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213" y="282426"/>
                  </a:moveTo>
                  <a:lnTo>
                    <a:pt x="100220" y="276346"/>
                  </a:lnTo>
                  <a:lnTo>
                    <a:pt x="62758" y="258627"/>
                  </a:lnTo>
                  <a:lnTo>
                    <a:pt x="32052" y="230798"/>
                  </a:lnTo>
                  <a:lnTo>
                    <a:pt x="10748" y="195252"/>
                  </a:lnTo>
                  <a:lnTo>
                    <a:pt x="678" y="155054"/>
                  </a:lnTo>
                  <a:lnTo>
                    <a:pt x="0" y="141213"/>
                  </a:lnTo>
                  <a:lnTo>
                    <a:pt x="678" y="127371"/>
                  </a:lnTo>
                  <a:lnTo>
                    <a:pt x="10748" y="87172"/>
                  </a:lnTo>
                  <a:lnTo>
                    <a:pt x="32052" y="51627"/>
                  </a:lnTo>
                  <a:lnTo>
                    <a:pt x="62758" y="23798"/>
                  </a:lnTo>
                  <a:lnTo>
                    <a:pt x="100220" y="6078"/>
                  </a:lnTo>
                  <a:lnTo>
                    <a:pt x="141213" y="0"/>
                  </a:lnTo>
                  <a:lnTo>
                    <a:pt x="155054" y="678"/>
                  </a:lnTo>
                  <a:lnTo>
                    <a:pt x="195252" y="10748"/>
                  </a:lnTo>
                  <a:lnTo>
                    <a:pt x="230798" y="32052"/>
                  </a:lnTo>
                  <a:lnTo>
                    <a:pt x="258627" y="62758"/>
                  </a:lnTo>
                  <a:lnTo>
                    <a:pt x="276346" y="100220"/>
                  </a:lnTo>
                  <a:lnTo>
                    <a:pt x="282426" y="141213"/>
                  </a:lnTo>
                  <a:lnTo>
                    <a:pt x="281747" y="155054"/>
                  </a:lnTo>
                  <a:lnTo>
                    <a:pt x="271676" y="195252"/>
                  </a:lnTo>
                  <a:lnTo>
                    <a:pt x="250373" y="230798"/>
                  </a:lnTo>
                  <a:lnTo>
                    <a:pt x="219666" y="258627"/>
                  </a:lnTo>
                  <a:lnTo>
                    <a:pt x="182205" y="276346"/>
                  </a:lnTo>
                  <a:lnTo>
                    <a:pt x="141213" y="282426"/>
                  </a:lnTo>
                  <a:close/>
                </a:path>
              </a:pathLst>
            </a:custGeom>
            <a:solidFill>
              <a:srgbClr val="FF5959">
                <a:alpha val="6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390732" y="3064119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212" y="282426"/>
                  </a:moveTo>
                  <a:lnTo>
                    <a:pt x="100219" y="276346"/>
                  </a:lnTo>
                  <a:lnTo>
                    <a:pt x="62758" y="258627"/>
                  </a:lnTo>
                  <a:lnTo>
                    <a:pt x="32051" y="230798"/>
                  </a:lnTo>
                  <a:lnTo>
                    <a:pt x="10748" y="195252"/>
                  </a:lnTo>
                  <a:lnTo>
                    <a:pt x="678" y="155054"/>
                  </a:lnTo>
                  <a:lnTo>
                    <a:pt x="0" y="141213"/>
                  </a:lnTo>
                  <a:lnTo>
                    <a:pt x="678" y="127371"/>
                  </a:lnTo>
                  <a:lnTo>
                    <a:pt x="10748" y="87172"/>
                  </a:lnTo>
                  <a:lnTo>
                    <a:pt x="32051" y="51627"/>
                  </a:lnTo>
                  <a:lnTo>
                    <a:pt x="62758" y="23798"/>
                  </a:lnTo>
                  <a:lnTo>
                    <a:pt x="100220" y="6078"/>
                  </a:lnTo>
                  <a:lnTo>
                    <a:pt x="141212" y="0"/>
                  </a:lnTo>
                  <a:lnTo>
                    <a:pt x="155053" y="678"/>
                  </a:lnTo>
                  <a:lnTo>
                    <a:pt x="195252" y="10748"/>
                  </a:lnTo>
                  <a:lnTo>
                    <a:pt x="230797" y="32052"/>
                  </a:lnTo>
                  <a:lnTo>
                    <a:pt x="258626" y="62758"/>
                  </a:lnTo>
                  <a:lnTo>
                    <a:pt x="276346" y="100220"/>
                  </a:lnTo>
                  <a:lnTo>
                    <a:pt x="282426" y="141213"/>
                  </a:lnTo>
                  <a:lnTo>
                    <a:pt x="281747" y="155054"/>
                  </a:lnTo>
                  <a:lnTo>
                    <a:pt x="271675" y="195252"/>
                  </a:lnTo>
                  <a:lnTo>
                    <a:pt x="250372" y="230798"/>
                  </a:lnTo>
                  <a:lnTo>
                    <a:pt x="219665" y="258627"/>
                  </a:lnTo>
                  <a:lnTo>
                    <a:pt x="182204" y="276346"/>
                  </a:lnTo>
                  <a:lnTo>
                    <a:pt x="141212" y="282426"/>
                  </a:lnTo>
                  <a:close/>
                </a:path>
              </a:pathLst>
            </a:custGeom>
            <a:solidFill>
              <a:srgbClr val="FF5959">
                <a:alpha val="303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26375" y="1899430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73577" y="278557"/>
                  </a:moveTo>
                  <a:lnTo>
                    <a:pt x="159950" y="281078"/>
                  </a:lnTo>
                  <a:lnTo>
                    <a:pt x="146141" y="282247"/>
                  </a:lnTo>
                  <a:lnTo>
                    <a:pt x="132284" y="282061"/>
                  </a:lnTo>
                  <a:lnTo>
                    <a:pt x="91753" y="273425"/>
                  </a:lnTo>
                  <a:lnTo>
                    <a:pt x="55473" y="253398"/>
                  </a:lnTo>
                  <a:lnTo>
                    <a:pt x="26570" y="223699"/>
                  </a:lnTo>
                  <a:lnTo>
                    <a:pt x="7531" y="186891"/>
                  </a:lnTo>
                  <a:lnTo>
                    <a:pt x="0" y="146140"/>
                  </a:lnTo>
                  <a:lnTo>
                    <a:pt x="186" y="132283"/>
                  </a:lnTo>
                  <a:lnTo>
                    <a:pt x="8822" y="91753"/>
                  </a:lnTo>
                  <a:lnTo>
                    <a:pt x="28850" y="55472"/>
                  </a:lnTo>
                  <a:lnTo>
                    <a:pt x="58548" y="26570"/>
                  </a:lnTo>
                  <a:lnTo>
                    <a:pt x="95357" y="7531"/>
                  </a:lnTo>
                  <a:lnTo>
                    <a:pt x="136107" y="0"/>
                  </a:lnTo>
                  <a:lnTo>
                    <a:pt x="149964" y="186"/>
                  </a:lnTo>
                  <a:lnTo>
                    <a:pt x="190494" y="8822"/>
                  </a:lnTo>
                  <a:lnTo>
                    <a:pt x="226775" y="28849"/>
                  </a:lnTo>
                  <a:lnTo>
                    <a:pt x="255677" y="58547"/>
                  </a:lnTo>
                  <a:lnTo>
                    <a:pt x="274717" y="95356"/>
                  </a:lnTo>
                  <a:lnTo>
                    <a:pt x="282248" y="136106"/>
                  </a:lnTo>
                  <a:lnTo>
                    <a:pt x="282062" y="149963"/>
                  </a:lnTo>
                  <a:lnTo>
                    <a:pt x="273425" y="190494"/>
                  </a:lnTo>
                  <a:lnTo>
                    <a:pt x="253398" y="226774"/>
                  </a:lnTo>
                  <a:lnTo>
                    <a:pt x="223700" y="255676"/>
                  </a:lnTo>
                  <a:lnTo>
                    <a:pt x="186892" y="274716"/>
                  </a:lnTo>
                  <a:lnTo>
                    <a:pt x="173577" y="278557"/>
                  </a:lnTo>
                  <a:close/>
                </a:path>
              </a:pathLst>
            </a:custGeom>
            <a:solidFill>
              <a:srgbClr val="FF5959">
                <a:alpha val="1332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2108926" y="5782348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239545" y="239540"/>
                  </a:moveTo>
                  <a:lnTo>
                    <a:pt x="206469" y="264071"/>
                  </a:lnTo>
                  <a:lnTo>
                    <a:pt x="167698" y="277944"/>
                  </a:lnTo>
                  <a:lnTo>
                    <a:pt x="140323" y="280640"/>
                  </a:lnTo>
                  <a:lnTo>
                    <a:pt x="126569" y="279967"/>
                  </a:lnTo>
                  <a:lnTo>
                    <a:pt x="86624" y="269961"/>
                  </a:lnTo>
                  <a:lnTo>
                    <a:pt x="51303" y="248792"/>
                  </a:lnTo>
                  <a:lnTo>
                    <a:pt x="23650" y="218280"/>
                  </a:lnTo>
                  <a:lnTo>
                    <a:pt x="6041" y="181056"/>
                  </a:lnTo>
                  <a:lnTo>
                    <a:pt x="0" y="140323"/>
                  </a:lnTo>
                  <a:lnTo>
                    <a:pt x="673" y="126569"/>
                  </a:lnTo>
                  <a:lnTo>
                    <a:pt x="10679" y="86624"/>
                  </a:lnTo>
                  <a:lnTo>
                    <a:pt x="31849" y="51303"/>
                  </a:lnTo>
                  <a:lnTo>
                    <a:pt x="62361" y="23650"/>
                  </a:lnTo>
                  <a:lnTo>
                    <a:pt x="99584" y="6041"/>
                  </a:lnTo>
                  <a:lnTo>
                    <a:pt x="140318" y="0"/>
                  </a:lnTo>
                  <a:lnTo>
                    <a:pt x="154072" y="673"/>
                  </a:lnTo>
                  <a:lnTo>
                    <a:pt x="194017" y="10680"/>
                  </a:lnTo>
                  <a:lnTo>
                    <a:pt x="229338" y="31848"/>
                  </a:lnTo>
                  <a:lnTo>
                    <a:pt x="256991" y="62360"/>
                  </a:lnTo>
                  <a:lnTo>
                    <a:pt x="274600" y="99584"/>
                  </a:lnTo>
                  <a:lnTo>
                    <a:pt x="280641" y="140318"/>
                  </a:lnTo>
                  <a:lnTo>
                    <a:pt x="279967" y="154071"/>
                  </a:lnTo>
                  <a:lnTo>
                    <a:pt x="269960" y="194016"/>
                  </a:lnTo>
                  <a:lnTo>
                    <a:pt x="248792" y="229338"/>
                  </a:lnTo>
                  <a:lnTo>
                    <a:pt x="239545" y="239540"/>
                  </a:lnTo>
                  <a:close/>
                </a:path>
              </a:pathLst>
            </a:custGeom>
            <a:solidFill>
              <a:srgbClr val="FF5959">
                <a:alpha val="29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897881" y="4229518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140320" y="280641"/>
                  </a:moveTo>
                  <a:lnTo>
                    <a:pt x="99587" y="274600"/>
                  </a:lnTo>
                  <a:lnTo>
                    <a:pt x="62362" y="256992"/>
                  </a:lnTo>
                  <a:lnTo>
                    <a:pt x="31849" y="229339"/>
                  </a:lnTo>
                  <a:lnTo>
                    <a:pt x="10680" y="194018"/>
                  </a:lnTo>
                  <a:lnTo>
                    <a:pt x="673" y="154074"/>
                  </a:lnTo>
                  <a:lnTo>
                    <a:pt x="0" y="140320"/>
                  </a:lnTo>
                  <a:lnTo>
                    <a:pt x="673" y="126566"/>
                  </a:lnTo>
                  <a:lnTo>
                    <a:pt x="10680" y="86622"/>
                  </a:lnTo>
                  <a:lnTo>
                    <a:pt x="31849" y="51300"/>
                  </a:lnTo>
                  <a:lnTo>
                    <a:pt x="62362" y="23647"/>
                  </a:lnTo>
                  <a:lnTo>
                    <a:pt x="99587" y="6040"/>
                  </a:lnTo>
                  <a:lnTo>
                    <a:pt x="140320" y="0"/>
                  </a:lnTo>
                  <a:lnTo>
                    <a:pt x="154074" y="674"/>
                  </a:lnTo>
                  <a:lnTo>
                    <a:pt x="194018" y="10680"/>
                  </a:lnTo>
                  <a:lnTo>
                    <a:pt x="229340" y="31849"/>
                  </a:lnTo>
                  <a:lnTo>
                    <a:pt x="256993" y="62361"/>
                  </a:lnTo>
                  <a:lnTo>
                    <a:pt x="274600" y="99586"/>
                  </a:lnTo>
                  <a:lnTo>
                    <a:pt x="280641" y="140320"/>
                  </a:lnTo>
                  <a:lnTo>
                    <a:pt x="279967" y="154074"/>
                  </a:lnTo>
                  <a:lnTo>
                    <a:pt x="269959" y="194018"/>
                  </a:lnTo>
                  <a:lnTo>
                    <a:pt x="248791" y="229339"/>
                  </a:lnTo>
                  <a:lnTo>
                    <a:pt x="218278" y="256992"/>
                  </a:lnTo>
                  <a:lnTo>
                    <a:pt x="181053" y="274600"/>
                  </a:lnTo>
                  <a:lnTo>
                    <a:pt x="140320" y="280641"/>
                  </a:lnTo>
                  <a:close/>
                </a:path>
              </a:pathLst>
            </a:custGeom>
            <a:solidFill>
              <a:srgbClr val="FF5959">
                <a:alpha val="2138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898245" y="5782327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70">
                  <a:moveTo>
                    <a:pt x="172479" y="276796"/>
                  </a:moveTo>
                  <a:lnTo>
                    <a:pt x="158938" y="279300"/>
                  </a:lnTo>
                  <a:lnTo>
                    <a:pt x="145217" y="280462"/>
                  </a:lnTo>
                  <a:lnTo>
                    <a:pt x="131447" y="280277"/>
                  </a:lnTo>
                  <a:lnTo>
                    <a:pt x="91173" y="271696"/>
                  </a:lnTo>
                  <a:lnTo>
                    <a:pt x="55122" y="251795"/>
                  </a:lnTo>
                  <a:lnTo>
                    <a:pt x="26402" y="222285"/>
                  </a:lnTo>
                  <a:lnTo>
                    <a:pt x="7484" y="185710"/>
                  </a:lnTo>
                  <a:lnTo>
                    <a:pt x="0" y="145216"/>
                  </a:lnTo>
                  <a:lnTo>
                    <a:pt x="184" y="131447"/>
                  </a:lnTo>
                  <a:lnTo>
                    <a:pt x="8766" y="91172"/>
                  </a:lnTo>
                  <a:lnTo>
                    <a:pt x="28667" y="55121"/>
                  </a:lnTo>
                  <a:lnTo>
                    <a:pt x="58178" y="26401"/>
                  </a:lnTo>
                  <a:lnTo>
                    <a:pt x="94754" y="7484"/>
                  </a:lnTo>
                  <a:lnTo>
                    <a:pt x="135247" y="0"/>
                  </a:lnTo>
                  <a:lnTo>
                    <a:pt x="149016" y="184"/>
                  </a:lnTo>
                  <a:lnTo>
                    <a:pt x="189291" y="8765"/>
                  </a:lnTo>
                  <a:lnTo>
                    <a:pt x="225341" y="28666"/>
                  </a:lnTo>
                  <a:lnTo>
                    <a:pt x="254061" y="58177"/>
                  </a:lnTo>
                  <a:lnTo>
                    <a:pt x="272980" y="94753"/>
                  </a:lnTo>
                  <a:lnTo>
                    <a:pt x="280464" y="135245"/>
                  </a:lnTo>
                  <a:lnTo>
                    <a:pt x="280279" y="149015"/>
                  </a:lnTo>
                  <a:lnTo>
                    <a:pt x="271697" y="189289"/>
                  </a:lnTo>
                  <a:lnTo>
                    <a:pt x="251797" y="225340"/>
                  </a:lnTo>
                  <a:lnTo>
                    <a:pt x="222285" y="254059"/>
                  </a:lnTo>
                  <a:lnTo>
                    <a:pt x="185710" y="272979"/>
                  </a:lnTo>
                  <a:lnTo>
                    <a:pt x="172479" y="276796"/>
                  </a:lnTo>
                  <a:close/>
                </a:path>
              </a:pathLst>
            </a:custGeom>
            <a:solidFill>
              <a:srgbClr val="FF5959">
                <a:alpha val="136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334029" y="2678404"/>
              <a:ext cx="278130" cy="278130"/>
            </a:xfrm>
            <a:custGeom>
              <a:avLst/>
              <a:gdLst/>
              <a:ahLst/>
              <a:cxnLst/>
              <a:rect l="l" t="t" r="r" b="b"/>
              <a:pathLst>
                <a:path w="278129" h="278130">
                  <a:moveTo>
                    <a:pt x="138759" y="277518"/>
                  </a:moveTo>
                  <a:lnTo>
                    <a:pt x="98478" y="271544"/>
                  </a:lnTo>
                  <a:lnTo>
                    <a:pt x="61667" y="254132"/>
                  </a:lnTo>
                  <a:lnTo>
                    <a:pt x="31495" y="226788"/>
                  </a:lnTo>
                  <a:lnTo>
                    <a:pt x="10561" y="191859"/>
                  </a:lnTo>
                  <a:lnTo>
                    <a:pt x="666" y="152360"/>
                  </a:lnTo>
                  <a:lnTo>
                    <a:pt x="0" y="138759"/>
                  </a:lnTo>
                  <a:lnTo>
                    <a:pt x="666" y="125158"/>
                  </a:lnTo>
                  <a:lnTo>
                    <a:pt x="10561" y="85658"/>
                  </a:lnTo>
                  <a:lnTo>
                    <a:pt x="31495" y="50729"/>
                  </a:lnTo>
                  <a:lnTo>
                    <a:pt x="61667" y="23384"/>
                  </a:lnTo>
                  <a:lnTo>
                    <a:pt x="98478" y="5972"/>
                  </a:lnTo>
                  <a:lnTo>
                    <a:pt x="138759" y="0"/>
                  </a:lnTo>
                  <a:lnTo>
                    <a:pt x="152360" y="666"/>
                  </a:lnTo>
                  <a:lnTo>
                    <a:pt x="191859" y="10561"/>
                  </a:lnTo>
                  <a:lnTo>
                    <a:pt x="226787" y="31495"/>
                  </a:lnTo>
                  <a:lnTo>
                    <a:pt x="254132" y="61668"/>
                  </a:lnTo>
                  <a:lnTo>
                    <a:pt x="271544" y="98478"/>
                  </a:lnTo>
                  <a:lnTo>
                    <a:pt x="277518" y="138759"/>
                  </a:lnTo>
                  <a:lnTo>
                    <a:pt x="276851" y="152360"/>
                  </a:lnTo>
                  <a:lnTo>
                    <a:pt x="266955" y="191859"/>
                  </a:lnTo>
                  <a:lnTo>
                    <a:pt x="246022" y="226788"/>
                  </a:lnTo>
                  <a:lnTo>
                    <a:pt x="215848" y="254132"/>
                  </a:lnTo>
                  <a:lnTo>
                    <a:pt x="179038" y="271544"/>
                  </a:lnTo>
                  <a:lnTo>
                    <a:pt x="138759" y="277518"/>
                  </a:lnTo>
                  <a:close/>
                </a:path>
              </a:pathLst>
            </a:custGeom>
            <a:solidFill>
              <a:srgbClr val="FF5959">
                <a:alpha val="1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28679" y="8112990"/>
              <a:ext cx="278130" cy="278130"/>
            </a:xfrm>
            <a:custGeom>
              <a:avLst/>
              <a:gdLst/>
              <a:ahLst/>
              <a:cxnLst/>
              <a:rect l="l" t="t" r="r" b="b"/>
              <a:pathLst>
                <a:path w="278129" h="278129">
                  <a:moveTo>
                    <a:pt x="138759" y="277518"/>
                  </a:moveTo>
                  <a:lnTo>
                    <a:pt x="98478" y="271544"/>
                  </a:lnTo>
                  <a:lnTo>
                    <a:pt x="61668" y="254132"/>
                  </a:lnTo>
                  <a:lnTo>
                    <a:pt x="31495" y="226786"/>
                  </a:lnTo>
                  <a:lnTo>
                    <a:pt x="10561" y="191858"/>
                  </a:lnTo>
                  <a:lnTo>
                    <a:pt x="666" y="152359"/>
                  </a:lnTo>
                  <a:lnTo>
                    <a:pt x="0" y="138759"/>
                  </a:lnTo>
                  <a:lnTo>
                    <a:pt x="666" y="125157"/>
                  </a:lnTo>
                  <a:lnTo>
                    <a:pt x="10561" y="85657"/>
                  </a:lnTo>
                  <a:lnTo>
                    <a:pt x="31495" y="50729"/>
                  </a:lnTo>
                  <a:lnTo>
                    <a:pt x="61668" y="23383"/>
                  </a:lnTo>
                  <a:lnTo>
                    <a:pt x="98478" y="5972"/>
                  </a:lnTo>
                  <a:lnTo>
                    <a:pt x="138759" y="0"/>
                  </a:lnTo>
                  <a:lnTo>
                    <a:pt x="152359" y="666"/>
                  </a:lnTo>
                  <a:lnTo>
                    <a:pt x="191859" y="10561"/>
                  </a:lnTo>
                  <a:lnTo>
                    <a:pt x="226787" y="31493"/>
                  </a:lnTo>
                  <a:lnTo>
                    <a:pt x="254133" y="61667"/>
                  </a:lnTo>
                  <a:lnTo>
                    <a:pt x="271544" y="98477"/>
                  </a:lnTo>
                  <a:lnTo>
                    <a:pt x="277518" y="138759"/>
                  </a:lnTo>
                  <a:lnTo>
                    <a:pt x="276851" y="152359"/>
                  </a:lnTo>
                  <a:lnTo>
                    <a:pt x="266955" y="191858"/>
                  </a:lnTo>
                  <a:lnTo>
                    <a:pt x="246021" y="226787"/>
                  </a:lnTo>
                  <a:lnTo>
                    <a:pt x="215848" y="254131"/>
                  </a:lnTo>
                  <a:lnTo>
                    <a:pt x="179039" y="271544"/>
                  </a:lnTo>
                  <a:lnTo>
                    <a:pt x="138759" y="277518"/>
                  </a:lnTo>
                  <a:close/>
                </a:path>
              </a:pathLst>
            </a:custGeom>
            <a:solidFill>
              <a:srgbClr val="FF5959">
                <a:alpha val="15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781762" y="8112666"/>
              <a:ext cx="277495" cy="277495"/>
            </a:xfrm>
            <a:custGeom>
              <a:avLst/>
              <a:gdLst/>
              <a:ahLst/>
              <a:cxnLst/>
              <a:rect l="l" t="t" r="r" b="b"/>
              <a:pathLst>
                <a:path w="277495" h="277495">
                  <a:moveTo>
                    <a:pt x="170560" y="273717"/>
                  </a:moveTo>
                  <a:lnTo>
                    <a:pt x="157170" y="276193"/>
                  </a:lnTo>
                  <a:lnTo>
                    <a:pt x="143601" y="277343"/>
                  </a:lnTo>
                  <a:lnTo>
                    <a:pt x="129985" y="277160"/>
                  </a:lnTo>
                  <a:lnTo>
                    <a:pt x="90158" y="268673"/>
                  </a:lnTo>
                  <a:lnTo>
                    <a:pt x="54509" y="248993"/>
                  </a:lnTo>
                  <a:lnTo>
                    <a:pt x="26109" y="219811"/>
                  </a:lnTo>
                  <a:lnTo>
                    <a:pt x="7401" y="183643"/>
                  </a:lnTo>
                  <a:lnTo>
                    <a:pt x="0" y="143600"/>
                  </a:lnTo>
                  <a:lnTo>
                    <a:pt x="183" y="129984"/>
                  </a:lnTo>
                  <a:lnTo>
                    <a:pt x="8670" y="90158"/>
                  </a:lnTo>
                  <a:lnTo>
                    <a:pt x="28348" y="54507"/>
                  </a:lnTo>
                  <a:lnTo>
                    <a:pt x="57530" y="26108"/>
                  </a:lnTo>
                  <a:lnTo>
                    <a:pt x="93699" y="7400"/>
                  </a:lnTo>
                  <a:lnTo>
                    <a:pt x="133742" y="0"/>
                  </a:lnTo>
                  <a:lnTo>
                    <a:pt x="147358" y="182"/>
                  </a:lnTo>
                  <a:lnTo>
                    <a:pt x="187184" y="8667"/>
                  </a:lnTo>
                  <a:lnTo>
                    <a:pt x="222834" y="28347"/>
                  </a:lnTo>
                  <a:lnTo>
                    <a:pt x="251233" y="57529"/>
                  </a:lnTo>
                  <a:lnTo>
                    <a:pt x="269942" y="93698"/>
                  </a:lnTo>
                  <a:lnTo>
                    <a:pt x="277342" y="133741"/>
                  </a:lnTo>
                  <a:lnTo>
                    <a:pt x="277159" y="147356"/>
                  </a:lnTo>
                  <a:lnTo>
                    <a:pt x="268673" y="187183"/>
                  </a:lnTo>
                  <a:lnTo>
                    <a:pt x="248994" y="222833"/>
                  </a:lnTo>
                  <a:lnTo>
                    <a:pt x="219812" y="251233"/>
                  </a:lnTo>
                  <a:lnTo>
                    <a:pt x="183644" y="269942"/>
                  </a:lnTo>
                  <a:lnTo>
                    <a:pt x="170560" y="273717"/>
                  </a:lnTo>
                  <a:close/>
                </a:path>
              </a:pathLst>
            </a:custGeom>
            <a:solidFill>
              <a:srgbClr val="FF5959">
                <a:alpha val="12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78080" y="2680649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4" h="273685">
                  <a:moveTo>
                    <a:pt x="262664" y="188774"/>
                  </a:moveTo>
                  <a:lnTo>
                    <a:pt x="242067" y="223141"/>
                  </a:lnTo>
                  <a:lnTo>
                    <a:pt x="212379" y="250047"/>
                  </a:lnTo>
                  <a:lnTo>
                    <a:pt x="176160" y="267179"/>
                  </a:lnTo>
                  <a:lnTo>
                    <a:pt x="136528" y="273056"/>
                  </a:lnTo>
                  <a:lnTo>
                    <a:pt x="123145" y="272400"/>
                  </a:lnTo>
                  <a:lnTo>
                    <a:pt x="84281" y="262663"/>
                  </a:lnTo>
                  <a:lnTo>
                    <a:pt x="49914" y="242067"/>
                  </a:lnTo>
                  <a:lnTo>
                    <a:pt x="23008" y="212379"/>
                  </a:lnTo>
                  <a:lnTo>
                    <a:pt x="5877" y="176160"/>
                  </a:lnTo>
                  <a:lnTo>
                    <a:pt x="0" y="136528"/>
                  </a:lnTo>
                  <a:lnTo>
                    <a:pt x="655" y="123145"/>
                  </a:lnTo>
                  <a:lnTo>
                    <a:pt x="10392" y="84280"/>
                  </a:lnTo>
                  <a:lnTo>
                    <a:pt x="30989" y="49914"/>
                  </a:lnTo>
                  <a:lnTo>
                    <a:pt x="60676" y="23009"/>
                  </a:lnTo>
                  <a:lnTo>
                    <a:pt x="96895" y="5877"/>
                  </a:lnTo>
                  <a:lnTo>
                    <a:pt x="136528" y="0"/>
                  </a:lnTo>
                  <a:lnTo>
                    <a:pt x="149910" y="655"/>
                  </a:lnTo>
                  <a:lnTo>
                    <a:pt x="188775" y="10392"/>
                  </a:lnTo>
                  <a:lnTo>
                    <a:pt x="223141" y="30989"/>
                  </a:lnTo>
                  <a:lnTo>
                    <a:pt x="250047" y="60677"/>
                  </a:lnTo>
                  <a:lnTo>
                    <a:pt x="267179" y="96895"/>
                  </a:lnTo>
                  <a:lnTo>
                    <a:pt x="273056" y="136528"/>
                  </a:lnTo>
                  <a:lnTo>
                    <a:pt x="272400" y="149910"/>
                  </a:lnTo>
                  <a:lnTo>
                    <a:pt x="270433" y="163163"/>
                  </a:lnTo>
                  <a:lnTo>
                    <a:pt x="267179" y="176160"/>
                  </a:lnTo>
                  <a:lnTo>
                    <a:pt x="262664" y="188774"/>
                  </a:lnTo>
                  <a:close/>
                </a:path>
              </a:pathLst>
            </a:custGeom>
            <a:solidFill>
              <a:srgbClr val="FF5959">
                <a:alpha val="223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91181" y="3070142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189" y="270379"/>
                  </a:moveTo>
                  <a:lnTo>
                    <a:pt x="95945" y="264559"/>
                  </a:lnTo>
                  <a:lnTo>
                    <a:pt x="60081" y="247595"/>
                  </a:lnTo>
                  <a:lnTo>
                    <a:pt x="30685" y="220954"/>
                  </a:lnTo>
                  <a:lnTo>
                    <a:pt x="10290" y="186924"/>
                  </a:lnTo>
                  <a:lnTo>
                    <a:pt x="649" y="148440"/>
                  </a:lnTo>
                  <a:lnTo>
                    <a:pt x="0" y="135189"/>
                  </a:lnTo>
                  <a:lnTo>
                    <a:pt x="649" y="121938"/>
                  </a:lnTo>
                  <a:lnTo>
                    <a:pt x="10290" y="83454"/>
                  </a:lnTo>
                  <a:lnTo>
                    <a:pt x="30685" y="49425"/>
                  </a:lnTo>
                  <a:lnTo>
                    <a:pt x="60081" y="22783"/>
                  </a:lnTo>
                  <a:lnTo>
                    <a:pt x="95945" y="5819"/>
                  </a:lnTo>
                  <a:lnTo>
                    <a:pt x="135189" y="0"/>
                  </a:lnTo>
                  <a:lnTo>
                    <a:pt x="148440" y="649"/>
                  </a:lnTo>
                  <a:lnTo>
                    <a:pt x="186923" y="10290"/>
                  </a:lnTo>
                  <a:lnTo>
                    <a:pt x="220953" y="30685"/>
                  </a:lnTo>
                  <a:lnTo>
                    <a:pt x="247595" y="60082"/>
                  </a:lnTo>
                  <a:lnTo>
                    <a:pt x="264559" y="95945"/>
                  </a:lnTo>
                  <a:lnTo>
                    <a:pt x="270379" y="135189"/>
                  </a:lnTo>
                  <a:lnTo>
                    <a:pt x="269729" y="148440"/>
                  </a:lnTo>
                  <a:lnTo>
                    <a:pt x="260088" y="186924"/>
                  </a:lnTo>
                  <a:lnTo>
                    <a:pt x="239693" y="220954"/>
                  </a:lnTo>
                  <a:lnTo>
                    <a:pt x="210296" y="247595"/>
                  </a:lnTo>
                  <a:lnTo>
                    <a:pt x="174433" y="264559"/>
                  </a:lnTo>
                  <a:lnTo>
                    <a:pt x="135189" y="270379"/>
                  </a:lnTo>
                  <a:close/>
                </a:path>
              </a:pathLst>
            </a:custGeom>
            <a:solidFill>
              <a:srgbClr val="FF5959">
                <a:alpha val="13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725767" y="3070142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189" y="270379"/>
                  </a:moveTo>
                  <a:lnTo>
                    <a:pt x="95944" y="264559"/>
                  </a:lnTo>
                  <a:lnTo>
                    <a:pt x="60081" y="247595"/>
                  </a:lnTo>
                  <a:lnTo>
                    <a:pt x="30685" y="220954"/>
                  </a:lnTo>
                  <a:lnTo>
                    <a:pt x="10289" y="186924"/>
                  </a:lnTo>
                  <a:lnTo>
                    <a:pt x="649" y="148440"/>
                  </a:lnTo>
                  <a:lnTo>
                    <a:pt x="0" y="135189"/>
                  </a:lnTo>
                  <a:lnTo>
                    <a:pt x="649" y="121938"/>
                  </a:lnTo>
                  <a:lnTo>
                    <a:pt x="10289" y="83454"/>
                  </a:lnTo>
                  <a:lnTo>
                    <a:pt x="30684" y="49425"/>
                  </a:lnTo>
                  <a:lnTo>
                    <a:pt x="60082" y="22783"/>
                  </a:lnTo>
                  <a:lnTo>
                    <a:pt x="95944" y="5819"/>
                  </a:lnTo>
                  <a:lnTo>
                    <a:pt x="135189" y="0"/>
                  </a:lnTo>
                  <a:lnTo>
                    <a:pt x="148440" y="649"/>
                  </a:lnTo>
                  <a:lnTo>
                    <a:pt x="186924" y="10290"/>
                  </a:lnTo>
                  <a:lnTo>
                    <a:pt x="220953" y="30685"/>
                  </a:lnTo>
                  <a:lnTo>
                    <a:pt x="247595" y="60082"/>
                  </a:lnTo>
                  <a:lnTo>
                    <a:pt x="264557" y="95945"/>
                  </a:lnTo>
                  <a:lnTo>
                    <a:pt x="270379" y="135189"/>
                  </a:lnTo>
                  <a:lnTo>
                    <a:pt x="269729" y="148440"/>
                  </a:lnTo>
                  <a:lnTo>
                    <a:pt x="260087" y="186924"/>
                  </a:lnTo>
                  <a:lnTo>
                    <a:pt x="239693" y="220954"/>
                  </a:lnTo>
                  <a:lnTo>
                    <a:pt x="210296" y="247595"/>
                  </a:lnTo>
                  <a:lnTo>
                    <a:pt x="174433" y="264559"/>
                  </a:lnTo>
                  <a:lnTo>
                    <a:pt x="135189" y="270379"/>
                  </a:lnTo>
                  <a:close/>
                </a:path>
              </a:pathLst>
            </a:custGeom>
            <a:solidFill>
              <a:srgbClr val="FF5959">
                <a:alpha val="21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949429" y="229380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189" y="270379"/>
                  </a:moveTo>
                  <a:lnTo>
                    <a:pt x="95944" y="264559"/>
                  </a:lnTo>
                  <a:lnTo>
                    <a:pt x="60081" y="247595"/>
                  </a:lnTo>
                  <a:lnTo>
                    <a:pt x="30685" y="220953"/>
                  </a:lnTo>
                  <a:lnTo>
                    <a:pt x="10289" y="186924"/>
                  </a:lnTo>
                  <a:lnTo>
                    <a:pt x="648" y="148440"/>
                  </a:lnTo>
                  <a:lnTo>
                    <a:pt x="0" y="135189"/>
                  </a:lnTo>
                  <a:lnTo>
                    <a:pt x="648" y="121938"/>
                  </a:lnTo>
                  <a:lnTo>
                    <a:pt x="10289" y="83454"/>
                  </a:lnTo>
                  <a:lnTo>
                    <a:pt x="30685" y="49424"/>
                  </a:lnTo>
                  <a:lnTo>
                    <a:pt x="60081" y="22783"/>
                  </a:lnTo>
                  <a:lnTo>
                    <a:pt x="95944" y="5819"/>
                  </a:lnTo>
                  <a:lnTo>
                    <a:pt x="135189" y="0"/>
                  </a:lnTo>
                  <a:lnTo>
                    <a:pt x="148440" y="649"/>
                  </a:lnTo>
                  <a:lnTo>
                    <a:pt x="186924" y="10290"/>
                  </a:lnTo>
                  <a:lnTo>
                    <a:pt x="220953" y="30685"/>
                  </a:lnTo>
                  <a:lnTo>
                    <a:pt x="247595" y="60082"/>
                  </a:lnTo>
                  <a:lnTo>
                    <a:pt x="264558" y="95945"/>
                  </a:lnTo>
                  <a:lnTo>
                    <a:pt x="270379" y="135189"/>
                  </a:lnTo>
                  <a:lnTo>
                    <a:pt x="269729" y="148440"/>
                  </a:lnTo>
                  <a:lnTo>
                    <a:pt x="260087" y="186924"/>
                  </a:lnTo>
                  <a:lnTo>
                    <a:pt x="239693" y="220953"/>
                  </a:lnTo>
                  <a:lnTo>
                    <a:pt x="210296" y="247595"/>
                  </a:lnTo>
                  <a:lnTo>
                    <a:pt x="174433" y="264559"/>
                  </a:lnTo>
                  <a:lnTo>
                    <a:pt x="135189" y="270379"/>
                  </a:lnTo>
                  <a:close/>
                </a:path>
              </a:pathLst>
            </a:custGeom>
            <a:solidFill>
              <a:srgbClr val="FF5959">
                <a:alpha val="158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067742" y="229380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10">
                  <a:moveTo>
                    <a:pt x="135189" y="270379"/>
                  </a:moveTo>
                  <a:lnTo>
                    <a:pt x="95945" y="264559"/>
                  </a:lnTo>
                  <a:lnTo>
                    <a:pt x="60081" y="247595"/>
                  </a:lnTo>
                  <a:lnTo>
                    <a:pt x="30685" y="220953"/>
                  </a:lnTo>
                  <a:lnTo>
                    <a:pt x="10290" y="186924"/>
                  </a:lnTo>
                  <a:lnTo>
                    <a:pt x="649" y="148440"/>
                  </a:lnTo>
                  <a:lnTo>
                    <a:pt x="0" y="135189"/>
                  </a:lnTo>
                  <a:lnTo>
                    <a:pt x="649" y="121938"/>
                  </a:lnTo>
                  <a:lnTo>
                    <a:pt x="10290" y="83454"/>
                  </a:lnTo>
                  <a:lnTo>
                    <a:pt x="30685" y="49424"/>
                  </a:lnTo>
                  <a:lnTo>
                    <a:pt x="60081" y="22783"/>
                  </a:lnTo>
                  <a:lnTo>
                    <a:pt x="95945" y="5819"/>
                  </a:lnTo>
                  <a:lnTo>
                    <a:pt x="135189" y="0"/>
                  </a:lnTo>
                  <a:lnTo>
                    <a:pt x="148440" y="649"/>
                  </a:lnTo>
                  <a:lnTo>
                    <a:pt x="186924" y="10290"/>
                  </a:lnTo>
                  <a:lnTo>
                    <a:pt x="220953" y="30685"/>
                  </a:lnTo>
                  <a:lnTo>
                    <a:pt x="247595" y="60082"/>
                  </a:lnTo>
                  <a:lnTo>
                    <a:pt x="264559" y="95945"/>
                  </a:lnTo>
                  <a:lnTo>
                    <a:pt x="270379" y="135189"/>
                  </a:lnTo>
                  <a:lnTo>
                    <a:pt x="269729" y="148440"/>
                  </a:lnTo>
                  <a:lnTo>
                    <a:pt x="260088" y="186924"/>
                  </a:lnTo>
                  <a:lnTo>
                    <a:pt x="239693" y="220953"/>
                  </a:lnTo>
                  <a:lnTo>
                    <a:pt x="210296" y="247595"/>
                  </a:lnTo>
                  <a:lnTo>
                    <a:pt x="174433" y="264559"/>
                  </a:lnTo>
                  <a:lnTo>
                    <a:pt x="135189" y="270379"/>
                  </a:lnTo>
                  <a:close/>
                </a:path>
              </a:pathLst>
            </a:custGeom>
            <a:solidFill>
              <a:srgbClr val="FF5959">
                <a:alpha val="167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1337494" y="734028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30785" y="230781"/>
                  </a:moveTo>
                  <a:lnTo>
                    <a:pt x="198919" y="254416"/>
                  </a:lnTo>
                  <a:lnTo>
                    <a:pt x="161565" y="267780"/>
                  </a:lnTo>
                  <a:lnTo>
                    <a:pt x="135192" y="270379"/>
                  </a:lnTo>
                  <a:lnTo>
                    <a:pt x="121940" y="269730"/>
                  </a:lnTo>
                  <a:lnTo>
                    <a:pt x="83456" y="260089"/>
                  </a:lnTo>
                  <a:lnTo>
                    <a:pt x="49427" y="239695"/>
                  </a:lnTo>
                  <a:lnTo>
                    <a:pt x="22784" y="210298"/>
                  </a:lnTo>
                  <a:lnTo>
                    <a:pt x="5819" y="174436"/>
                  </a:lnTo>
                  <a:lnTo>
                    <a:pt x="0" y="135192"/>
                  </a:lnTo>
                  <a:lnTo>
                    <a:pt x="648" y="121941"/>
                  </a:lnTo>
                  <a:lnTo>
                    <a:pt x="10288" y="83456"/>
                  </a:lnTo>
                  <a:lnTo>
                    <a:pt x="30684" y="49427"/>
                  </a:lnTo>
                  <a:lnTo>
                    <a:pt x="60080" y="22785"/>
                  </a:lnTo>
                  <a:lnTo>
                    <a:pt x="95942" y="5820"/>
                  </a:lnTo>
                  <a:lnTo>
                    <a:pt x="135187" y="0"/>
                  </a:lnTo>
                  <a:lnTo>
                    <a:pt x="148438" y="649"/>
                  </a:lnTo>
                  <a:lnTo>
                    <a:pt x="186921" y="10290"/>
                  </a:lnTo>
                  <a:lnTo>
                    <a:pt x="220952" y="30683"/>
                  </a:lnTo>
                  <a:lnTo>
                    <a:pt x="247594" y="60080"/>
                  </a:lnTo>
                  <a:lnTo>
                    <a:pt x="264557" y="95944"/>
                  </a:lnTo>
                  <a:lnTo>
                    <a:pt x="270379" y="135187"/>
                  </a:lnTo>
                  <a:lnTo>
                    <a:pt x="269729" y="148438"/>
                  </a:lnTo>
                  <a:lnTo>
                    <a:pt x="260087" y="186921"/>
                  </a:lnTo>
                  <a:lnTo>
                    <a:pt x="239696" y="220951"/>
                  </a:lnTo>
                  <a:lnTo>
                    <a:pt x="230785" y="230781"/>
                  </a:lnTo>
                  <a:close/>
                </a:path>
              </a:pathLst>
            </a:custGeom>
            <a:solidFill>
              <a:srgbClr val="FF5959">
                <a:alpha val="151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79350" y="7340221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135189" y="270379"/>
                  </a:moveTo>
                  <a:lnTo>
                    <a:pt x="95945" y="264559"/>
                  </a:lnTo>
                  <a:lnTo>
                    <a:pt x="60081" y="247595"/>
                  </a:lnTo>
                  <a:lnTo>
                    <a:pt x="30684" y="220953"/>
                  </a:lnTo>
                  <a:lnTo>
                    <a:pt x="10290" y="186924"/>
                  </a:lnTo>
                  <a:lnTo>
                    <a:pt x="649" y="148440"/>
                  </a:lnTo>
                  <a:lnTo>
                    <a:pt x="0" y="135189"/>
                  </a:lnTo>
                  <a:lnTo>
                    <a:pt x="649" y="121938"/>
                  </a:lnTo>
                  <a:lnTo>
                    <a:pt x="10290" y="83454"/>
                  </a:lnTo>
                  <a:lnTo>
                    <a:pt x="30684" y="49425"/>
                  </a:lnTo>
                  <a:lnTo>
                    <a:pt x="60081" y="22783"/>
                  </a:lnTo>
                  <a:lnTo>
                    <a:pt x="95945" y="5818"/>
                  </a:lnTo>
                  <a:lnTo>
                    <a:pt x="135189" y="0"/>
                  </a:lnTo>
                  <a:lnTo>
                    <a:pt x="148440" y="649"/>
                  </a:lnTo>
                  <a:lnTo>
                    <a:pt x="186923" y="10289"/>
                  </a:lnTo>
                  <a:lnTo>
                    <a:pt x="220953" y="30685"/>
                  </a:lnTo>
                  <a:lnTo>
                    <a:pt x="247595" y="60082"/>
                  </a:lnTo>
                  <a:lnTo>
                    <a:pt x="264559" y="95944"/>
                  </a:lnTo>
                  <a:lnTo>
                    <a:pt x="270379" y="135189"/>
                  </a:lnTo>
                  <a:lnTo>
                    <a:pt x="269730" y="148440"/>
                  </a:lnTo>
                  <a:lnTo>
                    <a:pt x="260088" y="186924"/>
                  </a:lnTo>
                  <a:lnTo>
                    <a:pt x="239693" y="220953"/>
                  </a:lnTo>
                  <a:lnTo>
                    <a:pt x="210296" y="247595"/>
                  </a:lnTo>
                  <a:lnTo>
                    <a:pt x="174433" y="264558"/>
                  </a:lnTo>
                  <a:lnTo>
                    <a:pt x="135189" y="270379"/>
                  </a:lnTo>
                  <a:close/>
                </a:path>
              </a:pathLst>
            </a:custGeom>
            <a:solidFill>
              <a:srgbClr val="FF5959">
                <a:alpha val="272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292555" y="6953312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55455" y="266334"/>
                  </a:moveTo>
                  <a:lnTo>
                    <a:pt x="142380" y="267802"/>
                  </a:lnTo>
                  <a:lnTo>
                    <a:pt x="129224" y="267979"/>
                  </a:lnTo>
                  <a:lnTo>
                    <a:pt x="116113" y="266868"/>
                  </a:lnTo>
                  <a:lnTo>
                    <a:pt x="78311" y="255955"/>
                  </a:lnTo>
                  <a:lnTo>
                    <a:pt x="45302" y="234542"/>
                  </a:lnTo>
                  <a:lnTo>
                    <a:pt x="19933" y="204466"/>
                  </a:lnTo>
                  <a:lnTo>
                    <a:pt x="4384" y="168324"/>
                  </a:lnTo>
                  <a:lnTo>
                    <a:pt x="0" y="129223"/>
                  </a:lnTo>
                  <a:lnTo>
                    <a:pt x="1110" y="116113"/>
                  </a:lnTo>
                  <a:lnTo>
                    <a:pt x="12022" y="78310"/>
                  </a:lnTo>
                  <a:lnTo>
                    <a:pt x="33436" y="45302"/>
                  </a:lnTo>
                  <a:lnTo>
                    <a:pt x="63511" y="19933"/>
                  </a:lnTo>
                  <a:lnTo>
                    <a:pt x="99654" y="4384"/>
                  </a:lnTo>
                  <a:lnTo>
                    <a:pt x="138755" y="0"/>
                  </a:lnTo>
                  <a:lnTo>
                    <a:pt x="151865" y="1110"/>
                  </a:lnTo>
                  <a:lnTo>
                    <a:pt x="189668" y="12022"/>
                  </a:lnTo>
                  <a:lnTo>
                    <a:pt x="222676" y="33436"/>
                  </a:lnTo>
                  <a:lnTo>
                    <a:pt x="248045" y="63511"/>
                  </a:lnTo>
                  <a:lnTo>
                    <a:pt x="263594" y="99654"/>
                  </a:lnTo>
                  <a:lnTo>
                    <a:pt x="267979" y="138754"/>
                  </a:lnTo>
                  <a:lnTo>
                    <a:pt x="266868" y="151864"/>
                  </a:lnTo>
                  <a:lnTo>
                    <a:pt x="255955" y="189666"/>
                  </a:lnTo>
                  <a:lnTo>
                    <a:pt x="234542" y="222676"/>
                  </a:lnTo>
                  <a:lnTo>
                    <a:pt x="204467" y="248044"/>
                  </a:lnTo>
                  <a:lnTo>
                    <a:pt x="168324" y="263594"/>
                  </a:lnTo>
                  <a:lnTo>
                    <a:pt x="155455" y="266334"/>
                  </a:lnTo>
                  <a:close/>
                </a:path>
              </a:pathLst>
            </a:custGeom>
            <a:solidFill>
              <a:srgbClr val="FF5959">
                <a:alpha val="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950433" y="7729553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228881" y="228877"/>
                  </a:moveTo>
                  <a:lnTo>
                    <a:pt x="197278" y="252317"/>
                  </a:lnTo>
                  <a:lnTo>
                    <a:pt x="160232" y="265572"/>
                  </a:lnTo>
                  <a:lnTo>
                    <a:pt x="134076" y="268148"/>
                  </a:lnTo>
                  <a:lnTo>
                    <a:pt x="120934" y="267505"/>
                  </a:lnTo>
                  <a:lnTo>
                    <a:pt x="82767" y="257943"/>
                  </a:lnTo>
                  <a:lnTo>
                    <a:pt x="49018" y="237718"/>
                  </a:lnTo>
                  <a:lnTo>
                    <a:pt x="22595" y="208563"/>
                  </a:lnTo>
                  <a:lnTo>
                    <a:pt x="5771" y="172996"/>
                  </a:lnTo>
                  <a:lnTo>
                    <a:pt x="0" y="134076"/>
                  </a:lnTo>
                  <a:lnTo>
                    <a:pt x="643" y="120934"/>
                  </a:lnTo>
                  <a:lnTo>
                    <a:pt x="10203" y="82768"/>
                  </a:lnTo>
                  <a:lnTo>
                    <a:pt x="30430" y="49019"/>
                  </a:lnTo>
                  <a:lnTo>
                    <a:pt x="59584" y="22597"/>
                  </a:lnTo>
                  <a:lnTo>
                    <a:pt x="95151" y="5771"/>
                  </a:lnTo>
                  <a:lnTo>
                    <a:pt x="134072" y="0"/>
                  </a:lnTo>
                  <a:lnTo>
                    <a:pt x="147213" y="643"/>
                  </a:lnTo>
                  <a:lnTo>
                    <a:pt x="185379" y="10204"/>
                  </a:lnTo>
                  <a:lnTo>
                    <a:pt x="219128" y="30430"/>
                  </a:lnTo>
                  <a:lnTo>
                    <a:pt x="245551" y="59584"/>
                  </a:lnTo>
                  <a:lnTo>
                    <a:pt x="262376" y="95151"/>
                  </a:lnTo>
                  <a:lnTo>
                    <a:pt x="268148" y="134071"/>
                  </a:lnTo>
                  <a:lnTo>
                    <a:pt x="267503" y="147213"/>
                  </a:lnTo>
                  <a:lnTo>
                    <a:pt x="257942" y="185379"/>
                  </a:lnTo>
                  <a:lnTo>
                    <a:pt x="237717" y="219129"/>
                  </a:lnTo>
                  <a:lnTo>
                    <a:pt x="228881" y="228877"/>
                  </a:lnTo>
                  <a:close/>
                </a:path>
              </a:pathLst>
            </a:custGeom>
            <a:solidFill>
              <a:srgbClr val="FF5959">
                <a:alpha val="17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068857" y="7729505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074" y="268148"/>
                  </a:moveTo>
                  <a:lnTo>
                    <a:pt x="95154" y="262376"/>
                  </a:lnTo>
                  <a:lnTo>
                    <a:pt x="59586" y="245552"/>
                  </a:lnTo>
                  <a:lnTo>
                    <a:pt x="30431" y="219131"/>
                  </a:lnTo>
                  <a:lnTo>
                    <a:pt x="10205" y="185382"/>
                  </a:lnTo>
                  <a:lnTo>
                    <a:pt x="643" y="147215"/>
                  </a:lnTo>
                  <a:lnTo>
                    <a:pt x="0" y="134074"/>
                  </a:lnTo>
                  <a:lnTo>
                    <a:pt x="643" y="120932"/>
                  </a:lnTo>
                  <a:lnTo>
                    <a:pt x="10205" y="82766"/>
                  </a:lnTo>
                  <a:lnTo>
                    <a:pt x="30431" y="49016"/>
                  </a:lnTo>
                  <a:lnTo>
                    <a:pt x="59586" y="22594"/>
                  </a:lnTo>
                  <a:lnTo>
                    <a:pt x="95154" y="5770"/>
                  </a:lnTo>
                  <a:lnTo>
                    <a:pt x="134074" y="0"/>
                  </a:lnTo>
                  <a:lnTo>
                    <a:pt x="147216" y="644"/>
                  </a:lnTo>
                  <a:lnTo>
                    <a:pt x="185381" y="10205"/>
                  </a:lnTo>
                  <a:lnTo>
                    <a:pt x="219131" y="30431"/>
                  </a:lnTo>
                  <a:lnTo>
                    <a:pt x="245552" y="59585"/>
                  </a:lnTo>
                  <a:lnTo>
                    <a:pt x="262376" y="95153"/>
                  </a:lnTo>
                  <a:lnTo>
                    <a:pt x="268148" y="134074"/>
                  </a:lnTo>
                  <a:lnTo>
                    <a:pt x="267504" y="147215"/>
                  </a:lnTo>
                  <a:lnTo>
                    <a:pt x="257942" y="185382"/>
                  </a:lnTo>
                  <a:lnTo>
                    <a:pt x="237716" y="219130"/>
                  </a:lnTo>
                  <a:lnTo>
                    <a:pt x="208561" y="245551"/>
                  </a:lnTo>
                  <a:lnTo>
                    <a:pt x="172994" y="262375"/>
                  </a:lnTo>
                  <a:lnTo>
                    <a:pt x="134074" y="268148"/>
                  </a:lnTo>
                  <a:close/>
                </a:path>
              </a:pathLst>
            </a:custGeom>
            <a:solidFill>
              <a:srgbClr val="FF5959">
                <a:alpha val="170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727205" y="6953221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55455" y="266334"/>
                  </a:moveTo>
                  <a:lnTo>
                    <a:pt x="142380" y="267802"/>
                  </a:lnTo>
                  <a:lnTo>
                    <a:pt x="129223" y="267979"/>
                  </a:lnTo>
                  <a:lnTo>
                    <a:pt x="116112" y="266868"/>
                  </a:lnTo>
                  <a:lnTo>
                    <a:pt x="78310" y="255955"/>
                  </a:lnTo>
                  <a:lnTo>
                    <a:pt x="45302" y="234542"/>
                  </a:lnTo>
                  <a:lnTo>
                    <a:pt x="19933" y="204466"/>
                  </a:lnTo>
                  <a:lnTo>
                    <a:pt x="4384" y="168324"/>
                  </a:lnTo>
                  <a:lnTo>
                    <a:pt x="0" y="129223"/>
                  </a:lnTo>
                  <a:lnTo>
                    <a:pt x="1110" y="116113"/>
                  </a:lnTo>
                  <a:lnTo>
                    <a:pt x="12022" y="78310"/>
                  </a:lnTo>
                  <a:lnTo>
                    <a:pt x="33436" y="45302"/>
                  </a:lnTo>
                  <a:lnTo>
                    <a:pt x="63511" y="19933"/>
                  </a:lnTo>
                  <a:lnTo>
                    <a:pt x="99654" y="4384"/>
                  </a:lnTo>
                  <a:lnTo>
                    <a:pt x="138755" y="0"/>
                  </a:lnTo>
                  <a:lnTo>
                    <a:pt x="151865" y="1110"/>
                  </a:lnTo>
                  <a:lnTo>
                    <a:pt x="189668" y="12022"/>
                  </a:lnTo>
                  <a:lnTo>
                    <a:pt x="222677" y="33436"/>
                  </a:lnTo>
                  <a:lnTo>
                    <a:pt x="248045" y="63511"/>
                  </a:lnTo>
                  <a:lnTo>
                    <a:pt x="263594" y="99654"/>
                  </a:lnTo>
                  <a:lnTo>
                    <a:pt x="267979" y="138754"/>
                  </a:lnTo>
                  <a:lnTo>
                    <a:pt x="266868" y="151864"/>
                  </a:lnTo>
                  <a:lnTo>
                    <a:pt x="255956" y="189666"/>
                  </a:lnTo>
                  <a:lnTo>
                    <a:pt x="234543" y="222676"/>
                  </a:lnTo>
                  <a:lnTo>
                    <a:pt x="204467" y="248044"/>
                  </a:lnTo>
                  <a:lnTo>
                    <a:pt x="168325" y="263594"/>
                  </a:lnTo>
                  <a:lnTo>
                    <a:pt x="155455" y="266334"/>
                  </a:lnTo>
                  <a:close/>
                </a:path>
              </a:pathLst>
            </a:custGeom>
            <a:solidFill>
              <a:srgbClr val="FF5959">
                <a:alpha val="142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2117438" y="3461301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>
                  <a:moveTo>
                    <a:pt x="162060" y="260074"/>
                  </a:moveTo>
                  <a:lnTo>
                    <a:pt x="149336" y="262427"/>
                  </a:lnTo>
                  <a:lnTo>
                    <a:pt x="136443" y="263520"/>
                  </a:lnTo>
                  <a:lnTo>
                    <a:pt x="123506" y="263346"/>
                  </a:lnTo>
                  <a:lnTo>
                    <a:pt x="85664" y="255282"/>
                  </a:lnTo>
                  <a:lnTo>
                    <a:pt x="51792" y="236584"/>
                  </a:lnTo>
                  <a:lnTo>
                    <a:pt x="24807" y="208856"/>
                  </a:lnTo>
                  <a:lnTo>
                    <a:pt x="7032" y="174490"/>
                  </a:lnTo>
                  <a:lnTo>
                    <a:pt x="0" y="136443"/>
                  </a:lnTo>
                  <a:lnTo>
                    <a:pt x="173" y="123506"/>
                  </a:lnTo>
                  <a:lnTo>
                    <a:pt x="8237" y="85664"/>
                  </a:lnTo>
                  <a:lnTo>
                    <a:pt x="26935" y="51791"/>
                  </a:lnTo>
                  <a:lnTo>
                    <a:pt x="54663" y="24807"/>
                  </a:lnTo>
                  <a:lnTo>
                    <a:pt x="89029" y="7031"/>
                  </a:lnTo>
                  <a:lnTo>
                    <a:pt x="127076" y="0"/>
                  </a:lnTo>
                  <a:lnTo>
                    <a:pt x="140013" y="173"/>
                  </a:lnTo>
                  <a:lnTo>
                    <a:pt x="177855" y="8236"/>
                  </a:lnTo>
                  <a:lnTo>
                    <a:pt x="211728" y="26934"/>
                  </a:lnTo>
                  <a:lnTo>
                    <a:pt x="238712" y="54663"/>
                  </a:lnTo>
                  <a:lnTo>
                    <a:pt x="256488" y="89028"/>
                  </a:lnTo>
                  <a:lnTo>
                    <a:pt x="263520" y="127075"/>
                  </a:lnTo>
                  <a:lnTo>
                    <a:pt x="263346" y="140012"/>
                  </a:lnTo>
                  <a:lnTo>
                    <a:pt x="255283" y="177854"/>
                  </a:lnTo>
                  <a:lnTo>
                    <a:pt x="236585" y="211727"/>
                  </a:lnTo>
                  <a:lnTo>
                    <a:pt x="208857" y="238711"/>
                  </a:lnTo>
                  <a:lnTo>
                    <a:pt x="174491" y="256488"/>
                  </a:lnTo>
                  <a:lnTo>
                    <a:pt x="162060" y="260074"/>
                  </a:lnTo>
                  <a:close/>
                </a:path>
              </a:pathLst>
            </a:custGeom>
            <a:solidFill>
              <a:srgbClr val="FF5959">
                <a:alpha val="86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459192" y="1908917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59" h="264160">
                  <a:moveTo>
                    <a:pt x="225072" y="225069"/>
                  </a:moveTo>
                  <a:lnTo>
                    <a:pt x="193996" y="248119"/>
                  </a:lnTo>
                  <a:lnTo>
                    <a:pt x="157566" y="261153"/>
                  </a:lnTo>
                  <a:lnTo>
                    <a:pt x="131845" y="263686"/>
                  </a:lnTo>
                  <a:lnTo>
                    <a:pt x="118922" y="263053"/>
                  </a:lnTo>
                  <a:lnTo>
                    <a:pt x="81390" y="253651"/>
                  </a:lnTo>
                  <a:lnTo>
                    <a:pt x="48203" y="233762"/>
                  </a:lnTo>
                  <a:lnTo>
                    <a:pt x="22220" y="205093"/>
                  </a:lnTo>
                  <a:lnTo>
                    <a:pt x="5676" y="170118"/>
                  </a:lnTo>
                  <a:lnTo>
                    <a:pt x="0" y="131845"/>
                  </a:lnTo>
                  <a:lnTo>
                    <a:pt x="632" y="118922"/>
                  </a:lnTo>
                  <a:lnTo>
                    <a:pt x="10034" y="81391"/>
                  </a:lnTo>
                  <a:lnTo>
                    <a:pt x="29924" y="48203"/>
                  </a:lnTo>
                  <a:lnTo>
                    <a:pt x="58592" y="22221"/>
                  </a:lnTo>
                  <a:lnTo>
                    <a:pt x="93568" y="5676"/>
                  </a:lnTo>
                  <a:lnTo>
                    <a:pt x="131841" y="0"/>
                  </a:lnTo>
                  <a:lnTo>
                    <a:pt x="144764" y="633"/>
                  </a:lnTo>
                  <a:lnTo>
                    <a:pt x="182295" y="10035"/>
                  </a:lnTo>
                  <a:lnTo>
                    <a:pt x="215483" y="29924"/>
                  </a:lnTo>
                  <a:lnTo>
                    <a:pt x="241465" y="58593"/>
                  </a:lnTo>
                  <a:lnTo>
                    <a:pt x="258010" y="93568"/>
                  </a:lnTo>
                  <a:lnTo>
                    <a:pt x="263686" y="131841"/>
                  </a:lnTo>
                  <a:lnTo>
                    <a:pt x="263053" y="144764"/>
                  </a:lnTo>
                  <a:lnTo>
                    <a:pt x="253651" y="182296"/>
                  </a:lnTo>
                  <a:lnTo>
                    <a:pt x="233762" y="215483"/>
                  </a:lnTo>
                  <a:lnTo>
                    <a:pt x="225072" y="225069"/>
                  </a:lnTo>
                  <a:close/>
                </a:path>
              </a:pathLst>
            </a:custGeom>
            <a:solidFill>
              <a:srgbClr val="FF5959">
                <a:alpha val="24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0564607" y="190898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59" h="264160">
                  <a:moveTo>
                    <a:pt x="131843" y="263687"/>
                  </a:moveTo>
                  <a:lnTo>
                    <a:pt x="93570" y="258011"/>
                  </a:lnTo>
                  <a:lnTo>
                    <a:pt x="58595" y="241467"/>
                  </a:lnTo>
                  <a:lnTo>
                    <a:pt x="29925" y="215484"/>
                  </a:lnTo>
                  <a:lnTo>
                    <a:pt x="10035" y="182297"/>
                  </a:lnTo>
                  <a:lnTo>
                    <a:pt x="633" y="144766"/>
                  </a:lnTo>
                  <a:lnTo>
                    <a:pt x="0" y="131843"/>
                  </a:lnTo>
                  <a:lnTo>
                    <a:pt x="633" y="118920"/>
                  </a:lnTo>
                  <a:lnTo>
                    <a:pt x="10035" y="81388"/>
                  </a:lnTo>
                  <a:lnTo>
                    <a:pt x="29925" y="48201"/>
                  </a:lnTo>
                  <a:lnTo>
                    <a:pt x="58595" y="22219"/>
                  </a:lnTo>
                  <a:lnTo>
                    <a:pt x="93570" y="5675"/>
                  </a:lnTo>
                  <a:lnTo>
                    <a:pt x="131843" y="0"/>
                  </a:lnTo>
                  <a:lnTo>
                    <a:pt x="144766" y="633"/>
                  </a:lnTo>
                  <a:lnTo>
                    <a:pt x="182296" y="10035"/>
                  </a:lnTo>
                  <a:lnTo>
                    <a:pt x="215484" y="29925"/>
                  </a:lnTo>
                  <a:lnTo>
                    <a:pt x="241467" y="58594"/>
                  </a:lnTo>
                  <a:lnTo>
                    <a:pt x="258010" y="93570"/>
                  </a:lnTo>
                  <a:lnTo>
                    <a:pt x="263687" y="131843"/>
                  </a:lnTo>
                  <a:lnTo>
                    <a:pt x="263053" y="144766"/>
                  </a:lnTo>
                  <a:lnTo>
                    <a:pt x="253650" y="182297"/>
                  </a:lnTo>
                  <a:lnTo>
                    <a:pt x="233760" y="215484"/>
                  </a:lnTo>
                  <a:lnTo>
                    <a:pt x="205091" y="241467"/>
                  </a:lnTo>
                  <a:lnTo>
                    <a:pt x="170115" y="258011"/>
                  </a:lnTo>
                  <a:lnTo>
                    <a:pt x="131843" y="263687"/>
                  </a:lnTo>
                  <a:close/>
                </a:path>
              </a:pathLst>
            </a:custGeom>
            <a:solidFill>
              <a:srgbClr val="FF5959">
                <a:alpha val="24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908810" y="3463824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59317" y="255674"/>
                  </a:moveTo>
                  <a:lnTo>
                    <a:pt x="146810" y="257988"/>
                  </a:lnTo>
                  <a:lnTo>
                    <a:pt x="134136" y="259061"/>
                  </a:lnTo>
                  <a:lnTo>
                    <a:pt x="121417" y="258891"/>
                  </a:lnTo>
                  <a:lnTo>
                    <a:pt x="72530" y="245938"/>
                  </a:lnTo>
                  <a:lnTo>
                    <a:pt x="32322" y="215264"/>
                  </a:lnTo>
                  <a:lnTo>
                    <a:pt x="6913" y="171538"/>
                  </a:lnTo>
                  <a:lnTo>
                    <a:pt x="0" y="134135"/>
                  </a:lnTo>
                  <a:lnTo>
                    <a:pt x="170" y="121416"/>
                  </a:lnTo>
                  <a:lnTo>
                    <a:pt x="13122" y="72530"/>
                  </a:lnTo>
                  <a:lnTo>
                    <a:pt x="43796" y="32322"/>
                  </a:lnTo>
                  <a:lnTo>
                    <a:pt x="87523" y="6913"/>
                  </a:lnTo>
                  <a:lnTo>
                    <a:pt x="124926" y="0"/>
                  </a:lnTo>
                  <a:lnTo>
                    <a:pt x="137644" y="171"/>
                  </a:lnTo>
                  <a:lnTo>
                    <a:pt x="186530" y="13122"/>
                  </a:lnTo>
                  <a:lnTo>
                    <a:pt x="226739" y="43796"/>
                  </a:lnTo>
                  <a:lnTo>
                    <a:pt x="252149" y="87523"/>
                  </a:lnTo>
                  <a:lnTo>
                    <a:pt x="259062" y="124926"/>
                  </a:lnTo>
                  <a:lnTo>
                    <a:pt x="258890" y="137644"/>
                  </a:lnTo>
                  <a:lnTo>
                    <a:pt x="245939" y="186530"/>
                  </a:lnTo>
                  <a:lnTo>
                    <a:pt x="215265" y="226739"/>
                  </a:lnTo>
                  <a:lnTo>
                    <a:pt x="171539" y="252148"/>
                  </a:lnTo>
                  <a:lnTo>
                    <a:pt x="159317" y="255674"/>
                  </a:lnTo>
                  <a:close/>
                </a:path>
              </a:pathLst>
            </a:custGeom>
            <a:solidFill>
              <a:srgbClr val="FF5959">
                <a:alpha val="21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625994" y="1523044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5" h="259714">
                  <a:moveTo>
                    <a:pt x="129612" y="259225"/>
                  </a:moveTo>
                  <a:lnTo>
                    <a:pt x="80011" y="249359"/>
                  </a:lnTo>
                  <a:lnTo>
                    <a:pt x="37962" y="221262"/>
                  </a:lnTo>
                  <a:lnTo>
                    <a:pt x="9865" y="179213"/>
                  </a:lnTo>
                  <a:lnTo>
                    <a:pt x="0" y="129612"/>
                  </a:lnTo>
                  <a:lnTo>
                    <a:pt x="622" y="116908"/>
                  </a:lnTo>
                  <a:lnTo>
                    <a:pt x="15302" y="68512"/>
                  </a:lnTo>
                  <a:lnTo>
                    <a:pt x="47385" y="29419"/>
                  </a:lnTo>
                  <a:lnTo>
                    <a:pt x="91986" y="5579"/>
                  </a:lnTo>
                  <a:lnTo>
                    <a:pt x="129612" y="0"/>
                  </a:lnTo>
                  <a:lnTo>
                    <a:pt x="142316" y="622"/>
                  </a:lnTo>
                  <a:lnTo>
                    <a:pt x="190711" y="15303"/>
                  </a:lnTo>
                  <a:lnTo>
                    <a:pt x="229805" y="47386"/>
                  </a:lnTo>
                  <a:lnTo>
                    <a:pt x="253644" y="91987"/>
                  </a:lnTo>
                  <a:lnTo>
                    <a:pt x="259225" y="129612"/>
                  </a:lnTo>
                  <a:lnTo>
                    <a:pt x="258602" y="142317"/>
                  </a:lnTo>
                  <a:lnTo>
                    <a:pt x="243921" y="190712"/>
                  </a:lnTo>
                  <a:lnTo>
                    <a:pt x="211838" y="229805"/>
                  </a:lnTo>
                  <a:lnTo>
                    <a:pt x="167236" y="253645"/>
                  </a:lnTo>
                  <a:lnTo>
                    <a:pt x="129612" y="259225"/>
                  </a:lnTo>
                  <a:close/>
                </a:path>
              </a:pathLst>
            </a:custGeom>
            <a:solidFill>
              <a:srgbClr val="FF5959">
                <a:alpha val="27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2119736" y="6569461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5" h="259715">
                  <a:moveTo>
                    <a:pt x="129612" y="259225"/>
                  </a:moveTo>
                  <a:lnTo>
                    <a:pt x="80011" y="249358"/>
                  </a:lnTo>
                  <a:lnTo>
                    <a:pt x="37962" y="221261"/>
                  </a:lnTo>
                  <a:lnTo>
                    <a:pt x="9864" y="179212"/>
                  </a:lnTo>
                  <a:lnTo>
                    <a:pt x="0" y="129612"/>
                  </a:lnTo>
                  <a:lnTo>
                    <a:pt x="622" y="116907"/>
                  </a:lnTo>
                  <a:lnTo>
                    <a:pt x="15301" y="68512"/>
                  </a:lnTo>
                  <a:lnTo>
                    <a:pt x="47385" y="29419"/>
                  </a:lnTo>
                  <a:lnTo>
                    <a:pt x="91987" y="5579"/>
                  </a:lnTo>
                  <a:lnTo>
                    <a:pt x="129612" y="0"/>
                  </a:lnTo>
                  <a:lnTo>
                    <a:pt x="142316" y="622"/>
                  </a:lnTo>
                  <a:lnTo>
                    <a:pt x="190711" y="15302"/>
                  </a:lnTo>
                  <a:lnTo>
                    <a:pt x="229804" y="47385"/>
                  </a:lnTo>
                  <a:lnTo>
                    <a:pt x="253644" y="91987"/>
                  </a:lnTo>
                  <a:lnTo>
                    <a:pt x="259225" y="129612"/>
                  </a:lnTo>
                  <a:lnTo>
                    <a:pt x="258602" y="142316"/>
                  </a:lnTo>
                  <a:lnTo>
                    <a:pt x="243920" y="190711"/>
                  </a:lnTo>
                  <a:lnTo>
                    <a:pt x="211837" y="229804"/>
                  </a:lnTo>
                  <a:lnTo>
                    <a:pt x="167236" y="253644"/>
                  </a:lnTo>
                  <a:lnTo>
                    <a:pt x="129612" y="259225"/>
                  </a:lnTo>
                  <a:close/>
                </a:path>
              </a:pathLst>
            </a:custGeom>
            <a:solidFill>
              <a:srgbClr val="FF5959">
                <a:alpha val="77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908781" y="6569392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>
                  <a:moveTo>
                    <a:pt x="249359" y="179213"/>
                  </a:moveTo>
                  <a:lnTo>
                    <a:pt x="221262" y="221262"/>
                  </a:lnTo>
                  <a:lnTo>
                    <a:pt x="179213" y="249359"/>
                  </a:lnTo>
                  <a:lnTo>
                    <a:pt x="129612" y="259225"/>
                  </a:lnTo>
                  <a:lnTo>
                    <a:pt x="116908" y="258602"/>
                  </a:lnTo>
                  <a:lnTo>
                    <a:pt x="68513" y="243922"/>
                  </a:lnTo>
                  <a:lnTo>
                    <a:pt x="29419" y="211839"/>
                  </a:lnTo>
                  <a:lnTo>
                    <a:pt x="5579" y="167237"/>
                  </a:lnTo>
                  <a:lnTo>
                    <a:pt x="0" y="129612"/>
                  </a:lnTo>
                  <a:lnTo>
                    <a:pt x="622" y="116908"/>
                  </a:lnTo>
                  <a:lnTo>
                    <a:pt x="15303" y="68513"/>
                  </a:lnTo>
                  <a:lnTo>
                    <a:pt x="47386" y="29419"/>
                  </a:lnTo>
                  <a:lnTo>
                    <a:pt x="91987" y="5579"/>
                  </a:lnTo>
                  <a:lnTo>
                    <a:pt x="129612" y="0"/>
                  </a:lnTo>
                  <a:lnTo>
                    <a:pt x="142317" y="622"/>
                  </a:lnTo>
                  <a:lnTo>
                    <a:pt x="190712" y="15303"/>
                  </a:lnTo>
                  <a:lnTo>
                    <a:pt x="229805" y="47386"/>
                  </a:lnTo>
                  <a:lnTo>
                    <a:pt x="253645" y="91987"/>
                  </a:lnTo>
                  <a:lnTo>
                    <a:pt x="259225" y="129612"/>
                  </a:lnTo>
                  <a:lnTo>
                    <a:pt x="258602" y="142317"/>
                  </a:lnTo>
                  <a:lnTo>
                    <a:pt x="256734" y="154898"/>
                  </a:lnTo>
                  <a:lnTo>
                    <a:pt x="253645" y="167237"/>
                  </a:lnTo>
                  <a:lnTo>
                    <a:pt x="249359" y="179213"/>
                  </a:lnTo>
                  <a:close/>
                </a:path>
              </a:pathLst>
            </a:custGeom>
            <a:solidFill>
              <a:srgbClr val="FF5959">
                <a:alpha val="164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402529" y="152304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150283" y="257471"/>
                  </a:moveTo>
                  <a:lnTo>
                    <a:pt x="137642" y="258890"/>
                  </a:lnTo>
                  <a:lnTo>
                    <a:pt x="124923" y="259061"/>
                  </a:lnTo>
                  <a:lnTo>
                    <a:pt x="112249" y="257987"/>
                  </a:lnTo>
                  <a:lnTo>
                    <a:pt x="64406" y="241596"/>
                  </a:lnTo>
                  <a:lnTo>
                    <a:pt x="26478" y="208143"/>
                  </a:lnTo>
                  <a:lnTo>
                    <a:pt x="4239" y="162723"/>
                  </a:lnTo>
                  <a:lnTo>
                    <a:pt x="0" y="124923"/>
                  </a:lnTo>
                  <a:lnTo>
                    <a:pt x="1073" y="112249"/>
                  </a:lnTo>
                  <a:lnTo>
                    <a:pt x="17465" y="64406"/>
                  </a:lnTo>
                  <a:lnTo>
                    <a:pt x="50918" y="26477"/>
                  </a:lnTo>
                  <a:lnTo>
                    <a:pt x="96338" y="4238"/>
                  </a:lnTo>
                  <a:lnTo>
                    <a:pt x="134138" y="0"/>
                  </a:lnTo>
                  <a:lnTo>
                    <a:pt x="146812" y="1073"/>
                  </a:lnTo>
                  <a:lnTo>
                    <a:pt x="194654" y="17465"/>
                  </a:lnTo>
                  <a:lnTo>
                    <a:pt x="232583" y="50917"/>
                  </a:lnTo>
                  <a:lnTo>
                    <a:pt x="254823" y="96338"/>
                  </a:lnTo>
                  <a:lnTo>
                    <a:pt x="259061" y="134137"/>
                  </a:lnTo>
                  <a:lnTo>
                    <a:pt x="257987" y="146812"/>
                  </a:lnTo>
                  <a:lnTo>
                    <a:pt x="241596" y="194654"/>
                  </a:lnTo>
                  <a:lnTo>
                    <a:pt x="208143" y="232583"/>
                  </a:lnTo>
                  <a:lnTo>
                    <a:pt x="162723" y="254822"/>
                  </a:lnTo>
                  <a:lnTo>
                    <a:pt x="150283" y="257471"/>
                  </a:lnTo>
                  <a:close/>
                </a:path>
              </a:pathLst>
            </a:custGeom>
            <a:solidFill>
              <a:srgbClr val="FF5959">
                <a:alpha val="192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62901" y="8123618"/>
              <a:ext cx="3361690" cy="256540"/>
            </a:xfrm>
            <a:custGeom>
              <a:avLst/>
              <a:gdLst/>
              <a:ahLst/>
              <a:cxnLst/>
              <a:rect l="l" t="t" r="r" b="b"/>
              <a:pathLst>
                <a:path w="3361690" h="256540">
                  <a:moveTo>
                    <a:pt x="256095" y="119646"/>
                  </a:moveTo>
                  <a:lnTo>
                    <a:pt x="243128" y="71272"/>
                  </a:lnTo>
                  <a:lnTo>
                    <a:pt x="218592" y="37503"/>
                  </a:lnTo>
                  <a:lnTo>
                    <a:pt x="212648" y="31559"/>
                  </a:lnTo>
                  <a:lnTo>
                    <a:pt x="169278" y="6527"/>
                  </a:lnTo>
                  <a:lnTo>
                    <a:pt x="136448" y="0"/>
                  </a:lnTo>
                  <a:lnTo>
                    <a:pt x="119634" y="0"/>
                  </a:lnTo>
                  <a:lnTo>
                    <a:pt x="71272" y="12966"/>
                  </a:lnTo>
                  <a:lnTo>
                    <a:pt x="31559" y="43459"/>
                  </a:lnTo>
                  <a:lnTo>
                    <a:pt x="6527" y="86817"/>
                  </a:lnTo>
                  <a:lnTo>
                    <a:pt x="0" y="119646"/>
                  </a:lnTo>
                  <a:lnTo>
                    <a:pt x="0" y="136461"/>
                  </a:lnTo>
                  <a:lnTo>
                    <a:pt x="12954" y="184823"/>
                  </a:lnTo>
                  <a:lnTo>
                    <a:pt x="43446" y="224548"/>
                  </a:lnTo>
                  <a:lnTo>
                    <a:pt x="86817" y="249567"/>
                  </a:lnTo>
                  <a:lnTo>
                    <a:pt x="119634" y="256108"/>
                  </a:lnTo>
                  <a:lnTo>
                    <a:pt x="136461" y="256108"/>
                  </a:lnTo>
                  <a:lnTo>
                    <a:pt x="184823" y="243141"/>
                  </a:lnTo>
                  <a:lnTo>
                    <a:pt x="224536" y="212648"/>
                  </a:lnTo>
                  <a:lnTo>
                    <a:pt x="249567" y="169278"/>
                  </a:lnTo>
                  <a:lnTo>
                    <a:pt x="256095" y="136461"/>
                  </a:lnTo>
                  <a:lnTo>
                    <a:pt x="256095" y="119646"/>
                  </a:lnTo>
                  <a:close/>
                </a:path>
                <a:path w="3361690" h="256540">
                  <a:moveTo>
                    <a:pt x="3361601" y="128143"/>
                  </a:moveTo>
                  <a:lnTo>
                    <a:pt x="3355060" y="86906"/>
                  </a:lnTo>
                  <a:lnTo>
                    <a:pt x="3335337" y="49999"/>
                  </a:lnTo>
                  <a:lnTo>
                    <a:pt x="3297694" y="16992"/>
                  </a:lnTo>
                  <a:lnTo>
                    <a:pt x="3250273" y="901"/>
                  </a:lnTo>
                  <a:lnTo>
                    <a:pt x="3241954" y="88"/>
                  </a:lnTo>
                  <a:lnTo>
                    <a:pt x="3225139" y="88"/>
                  </a:lnTo>
                  <a:lnTo>
                    <a:pt x="3176778" y="13055"/>
                  </a:lnTo>
                  <a:lnTo>
                    <a:pt x="3137052" y="43535"/>
                  </a:lnTo>
                  <a:lnTo>
                    <a:pt x="3112020" y="86906"/>
                  </a:lnTo>
                  <a:lnTo>
                    <a:pt x="3105493" y="119735"/>
                  </a:lnTo>
                  <a:lnTo>
                    <a:pt x="3105493" y="136550"/>
                  </a:lnTo>
                  <a:lnTo>
                    <a:pt x="3118459" y="184912"/>
                  </a:lnTo>
                  <a:lnTo>
                    <a:pt x="3148939" y="224624"/>
                  </a:lnTo>
                  <a:lnTo>
                    <a:pt x="3192310" y="249656"/>
                  </a:lnTo>
                  <a:lnTo>
                    <a:pt x="3225139" y="256184"/>
                  </a:lnTo>
                  <a:lnTo>
                    <a:pt x="3241954" y="256184"/>
                  </a:lnTo>
                  <a:lnTo>
                    <a:pt x="3290316" y="243217"/>
                  </a:lnTo>
                  <a:lnTo>
                    <a:pt x="3330029" y="212737"/>
                  </a:lnTo>
                  <a:lnTo>
                    <a:pt x="3355060" y="169367"/>
                  </a:lnTo>
                  <a:lnTo>
                    <a:pt x="3361601" y="128143"/>
                  </a:lnTo>
                  <a:close/>
                </a:path>
              </a:pathLst>
            </a:custGeom>
            <a:solidFill>
              <a:srgbClr val="FF5959">
                <a:alpha val="108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521982" y="463017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36459" y="256102"/>
                  </a:moveTo>
                  <a:lnTo>
                    <a:pt x="119643" y="256102"/>
                  </a:lnTo>
                  <a:lnTo>
                    <a:pt x="111315" y="255281"/>
                  </a:lnTo>
                  <a:lnTo>
                    <a:pt x="71279" y="243136"/>
                  </a:lnTo>
                  <a:lnTo>
                    <a:pt x="31559" y="212650"/>
                  </a:lnTo>
                  <a:lnTo>
                    <a:pt x="6529" y="169285"/>
                  </a:lnTo>
                  <a:lnTo>
                    <a:pt x="0" y="136458"/>
                  </a:lnTo>
                  <a:lnTo>
                    <a:pt x="0" y="119642"/>
                  </a:lnTo>
                  <a:lnTo>
                    <a:pt x="12964" y="71279"/>
                  </a:lnTo>
                  <a:lnTo>
                    <a:pt x="43450" y="31559"/>
                  </a:lnTo>
                  <a:lnTo>
                    <a:pt x="86815" y="6529"/>
                  </a:lnTo>
                  <a:lnTo>
                    <a:pt x="119643" y="0"/>
                  </a:lnTo>
                  <a:lnTo>
                    <a:pt x="136459" y="0"/>
                  </a:lnTo>
                  <a:lnTo>
                    <a:pt x="184821" y="12964"/>
                  </a:lnTo>
                  <a:lnTo>
                    <a:pt x="224541" y="43450"/>
                  </a:lnTo>
                  <a:lnTo>
                    <a:pt x="249572" y="86815"/>
                  </a:lnTo>
                  <a:lnTo>
                    <a:pt x="256102" y="128050"/>
                  </a:lnTo>
                  <a:lnTo>
                    <a:pt x="256102" y="136458"/>
                  </a:lnTo>
                  <a:lnTo>
                    <a:pt x="243136" y="184821"/>
                  </a:lnTo>
                  <a:lnTo>
                    <a:pt x="212651" y="224541"/>
                  </a:lnTo>
                  <a:lnTo>
                    <a:pt x="169286" y="249571"/>
                  </a:lnTo>
                  <a:lnTo>
                    <a:pt x="136459" y="256102"/>
                  </a:lnTo>
                  <a:close/>
                </a:path>
              </a:pathLst>
            </a:custGeom>
            <a:solidFill>
              <a:srgbClr val="FF5959">
                <a:alpha val="21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521982" y="540651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36459" y="256101"/>
                  </a:moveTo>
                  <a:lnTo>
                    <a:pt x="119643" y="256101"/>
                  </a:lnTo>
                  <a:lnTo>
                    <a:pt x="111315" y="255281"/>
                  </a:lnTo>
                  <a:lnTo>
                    <a:pt x="71279" y="243135"/>
                  </a:lnTo>
                  <a:lnTo>
                    <a:pt x="31559" y="212651"/>
                  </a:lnTo>
                  <a:lnTo>
                    <a:pt x="6529" y="169285"/>
                  </a:lnTo>
                  <a:lnTo>
                    <a:pt x="0" y="136458"/>
                  </a:lnTo>
                  <a:lnTo>
                    <a:pt x="0" y="119642"/>
                  </a:lnTo>
                  <a:lnTo>
                    <a:pt x="12964" y="71278"/>
                  </a:lnTo>
                  <a:lnTo>
                    <a:pt x="43450" y="31559"/>
                  </a:lnTo>
                  <a:lnTo>
                    <a:pt x="86815" y="6528"/>
                  </a:lnTo>
                  <a:lnTo>
                    <a:pt x="119643" y="0"/>
                  </a:lnTo>
                  <a:lnTo>
                    <a:pt x="136459" y="0"/>
                  </a:lnTo>
                  <a:lnTo>
                    <a:pt x="184821" y="12964"/>
                  </a:lnTo>
                  <a:lnTo>
                    <a:pt x="224541" y="43449"/>
                  </a:lnTo>
                  <a:lnTo>
                    <a:pt x="249572" y="86815"/>
                  </a:lnTo>
                  <a:lnTo>
                    <a:pt x="256102" y="128051"/>
                  </a:lnTo>
                  <a:lnTo>
                    <a:pt x="256102" y="136458"/>
                  </a:lnTo>
                  <a:lnTo>
                    <a:pt x="243136" y="184821"/>
                  </a:lnTo>
                  <a:lnTo>
                    <a:pt x="212651" y="224542"/>
                  </a:lnTo>
                  <a:lnTo>
                    <a:pt x="169286" y="249571"/>
                  </a:lnTo>
                  <a:lnTo>
                    <a:pt x="136459" y="256101"/>
                  </a:lnTo>
                  <a:close/>
                </a:path>
              </a:pathLst>
            </a:custGeom>
            <a:solidFill>
              <a:srgbClr val="FF5959">
                <a:alpha val="161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2509386" y="540645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224544" y="212650"/>
                  </a:moveTo>
                  <a:lnTo>
                    <a:pt x="192203" y="239192"/>
                  </a:lnTo>
                  <a:lnTo>
                    <a:pt x="144788" y="255282"/>
                  </a:lnTo>
                  <a:lnTo>
                    <a:pt x="119645" y="256103"/>
                  </a:lnTo>
                  <a:lnTo>
                    <a:pt x="111318" y="255283"/>
                  </a:lnTo>
                  <a:lnTo>
                    <a:pt x="71282" y="243139"/>
                  </a:lnTo>
                  <a:lnTo>
                    <a:pt x="31561" y="212654"/>
                  </a:lnTo>
                  <a:lnTo>
                    <a:pt x="6529" y="169288"/>
                  </a:lnTo>
                  <a:lnTo>
                    <a:pt x="0" y="119645"/>
                  </a:lnTo>
                  <a:lnTo>
                    <a:pt x="820" y="111318"/>
                  </a:lnTo>
                  <a:lnTo>
                    <a:pt x="12963" y="71282"/>
                  </a:lnTo>
                  <a:lnTo>
                    <a:pt x="43449" y="31562"/>
                  </a:lnTo>
                  <a:lnTo>
                    <a:pt x="86813" y="6531"/>
                  </a:lnTo>
                  <a:lnTo>
                    <a:pt x="136456" y="0"/>
                  </a:lnTo>
                  <a:lnTo>
                    <a:pt x="144783" y="820"/>
                  </a:lnTo>
                  <a:lnTo>
                    <a:pt x="184820" y="12964"/>
                  </a:lnTo>
                  <a:lnTo>
                    <a:pt x="218596" y="37504"/>
                  </a:lnTo>
                  <a:lnTo>
                    <a:pt x="243136" y="71278"/>
                  </a:lnTo>
                  <a:lnTo>
                    <a:pt x="255282" y="111314"/>
                  </a:lnTo>
                  <a:lnTo>
                    <a:pt x="256102" y="136458"/>
                  </a:lnTo>
                  <a:lnTo>
                    <a:pt x="255282" y="144784"/>
                  </a:lnTo>
                  <a:lnTo>
                    <a:pt x="243138" y="184820"/>
                  </a:lnTo>
                  <a:lnTo>
                    <a:pt x="224544" y="212650"/>
                  </a:lnTo>
                  <a:close/>
                </a:path>
              </a:pathLst>
            </a:custGeom>
            <a:solidFill>
              <a:srgbClr val="FF5959">
                <a:alpha val="148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2509406" y="462943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65880" y="250960"/>
                  </a:moveTo>
                  <a:lnTo>
                    <a:pt x="149514" y="254825"/>
                  </a:lnTo>
                  <a:lnTo>
                    <a:pt x="141221" y="255940"/>
                  </a:lnTo>
                  <a:lnTo>
                    <a:pt x="124416" y="256537"/>
                  </a:lnTo>
                  <a:lnTo>
                    <a:pt x="116065" y="256014"/>
                  </a:lnTo>
                  <a:lnTo>
                    <a:pt x="75622" y="245298"/>
                  </a:lnTo>
                  <a:lnTo>
                    <a:pt x="34844" y="216243"/>
                  </a:lnTo>
                  <a:lnTo>
                    <a:pt x="8289" y="173794"/>
                  </a:lnTo>
                  <a:lnTo>
                    <a:pt x="0" y="124415"/>
                  </a:lnTo>
                  <a:lnTo>
                    <a:pt x="524" y="116064"/>
                  </a:lnTo>
                  <a:lnTo>
                    <a:pt x="11238" y="75622"/>
                  </a:lnTo>
                  <a:lnTo>
                    <a:pt x="40294" y="34843"/>
                  </a:lnTo>
                  <a:lnTo>
                    <a:pt x="82743" y="8289"/>
                  </a:lnTo>
                  <a:lnTo>
                    <a:pt x="132123" y="0"/>
                  </a:lnTo>
                  <a:lnTo>
                    <a:pt x="140473" y="523"/>
                  </a:lnTo>
                  <a:lnTo>
                    <a:pt x="180915" y="11238"/>
                  </a:lnTo>
                  <a:lnTo>
                    <a:pt x="221693" y="40293"/>
                  </a:lnTo>
                  <a:lnTo>
                    <a:pt x="248248" y="82742"/>
                  </a:lnTo>
                  <a:lnTo>
                    <a:pt x="256538" y="132121"/>
                  </a:lnTo>
                  <a:lnTo>
                    <a:pt x="256014" y="140472"/>
                  </a:lnTo>
                  <a:lnTo>
                    <a:pt x="245299" y="180914"/>
                  </a:lnTo>
                  <a:lnTo>
                    <a:pt x="216244" y="221693"/>
                  </a:lnTo>
                  <a:lnTo>
                    <a:pt x="173796" y="248248"/>
                  </a:lnTo>
                  <a:lnTo>
                    <a:pt x="165880" y="250960"/>
                  </a:lnTo>
                  <a:close/>
                </a:path>
              </a:pathLst>
            </a:custGeom>
            <a:solidFill>
              <a:srgbClr val="FF5959">
                <a:alpha val="241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670" y="8512982"/>
              <a:ext cx="253871" cy="25387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5008" y="8512982"/>
              <a:ext cx="253871" cy="25387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94069" y="6573032"/>
              <a:ext cx="252087" cy="25208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1395" y="6573032"/>
              <a:ext cx="252086" cy="25208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6659" y="5797759"/>
              <a:ext cx="249387" cy="249386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71969" y="5798255"/>
              <a:ext cx="248963" cy="24896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15345" y="3859382"/>
              <a:ext cx="244055" cy="244056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8019" y="3859662"/>
              <a:ext cx="244055" cy="24405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86172" y="1530333"/>
              <a:ext cx="244471" cy="24447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57241" y="1530629"/>
              <a:ext cx="244055" cy="24405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29567" y="6190439"/>
              <a:ext cx="240932" cy="24093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17087" y="6190140"/>
              <a:ext cx="241341" cy="241341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0634" y="4249372"/>
              <a:ext cx="240932" cy="240932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7675" y="8519085"/>
              <a:ext cx="241378" cy="24137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76876" y="4250264"/>
              <a:ext cx="239147" cy="23914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47864" y="3473927"/>
              <a:ext cx="239147" cy="239147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01593" y="3474784"/>
              <a:ext cx="237319" cy="23731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59695" y="8520345"/>
              <a:ext cx="239147" cy="23914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45086" y="2312956"/>
              <a:ext cx="232009" cy="23200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10341" y="2313019"/>
              <a:ext cx="232009" cy="232009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63264" y="6194900"/>
              <a:ext cx="232009" cy="23200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192184" y="6194902"/>
              <a:ext cx="232009" cy="23200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00543" y="1926829"/>
              <a:ext cx="227993" cy="227993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24170" y="2703218"/>
              <a:ext cx="227993" cy="227993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358791" y="1926829"/>
              <a:ext cx="227994" cy="227993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135196" y="2702491"/>
              <a:ext cx="228381" cy="22838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747076" y="7749447"/>
              <a:ext cx="227993" cy="227992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29748" y="1150506"/>
              <a:ext cx="227993" cy="22799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925321" y="7362530"/>
              <a:ext cx="225762" cy="225761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912746" y="5033469"/>
              <a:ext cx="225763" cy="225762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149007" y="5033489"/>
              <a:ext cx="225763" cy="225762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136545" y="7361798"/>
              <a:ext cx="226147" cy="22614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13489" y="7750698"/>
              <a:ext cx="225762" cy="225761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255672" y="1152722"/>
              <a:ext cx="223531" cy="22353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08347" y="1152722"/>
              <a:ext cx="223532" cy="223531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02997" y="8139982"/>
              <a:ext cx="223531" cy="22353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361141" y="8139321"/>
              <a:ext cx="223911" cy="22391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032009" y="8916321"/>
              <a:ext cx="223532" cy="22353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915838" y="5812943"/>
              <a:ext cx="219515" cy="219516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152113" y="4259762"/>
              <a:ext cx="219889" cy="219889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974810" y="1542612"/>
              <a:ext cx="219889" cy="219889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869511" y="3871911"/>
              <a:ext cx="219515" cy="21951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093174" y="1542899"/>
              <a:ext cx="219516" cy="219516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915927" y="4260081"/>
              <a:ext cx="219516" cy="21951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152204" y="5812644"/>
              <a:ext cx="219889" cy="219889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540275" y="3095574"/>
              <a:ext cx="219516" cy="219515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527607" y="3095564"/>
              <a:ext cx="219515" cy="219516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198524" y="3871911"/>
              <a:ext cx="219516" cy="219515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530213" y="6979939"/>
              <a:ext cx="214608" cy="21460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542889" y="6979571"/>
              <a:ext cx="214973" cy="214972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260133" y="8920782"/>
              <a:ext cx="214608" cy="214608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812808" y="8920782"/>
              <a:ext cx="214608" cy="214608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37810" y="6593109"/>
              <a:ext cx="211931" cy="211931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978653" y="8533952"/>
              <a:ext cx="211931" cy="21193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096966" y="8533952"/>
              <a:ext cx="211931" cy="21193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488480" y="5043780"/>
              <a:ext cx="205238" cy="205238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925632" y="3492867"/>
              <a:ext cx="200224" cy="200225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596507" y="5046457"/>
              <a:ext cx="199885" cy="199884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596340" y="1164038"/>
              <a:ext cx="200223" cy="200224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491132" y="1164483"/>
              <a:ext cx="199884" cy="199884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161910" y="3493267"/>
              <a:ext cx="200224" cy="200224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926859" y="6600248"/>
              <a:ext cx="197653" cy="19765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163183" y="6600151"/>
              <a:ext cx="197653" cy="197653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046510" y="3496459"/>
              <a:ext cx="194530" cy="194530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434456" y="778831"/>
              <a:ext cx="194976" cy="19497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493834" y="8930822"/>
              <a:ext cx="194530" cy="194529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598961" y="8930822"/>
              <a:ext cx="194977" cy="19497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319489" y="4663865"/>
              <a:ext cx="188730" cy="18873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661241" y="781954"/>
              <a:ext cx="188730" cy="188730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321496" y="5441987"/>
              <a:ext cx="184715" cy="184715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781339" y="4665873"/>
              <a:ext cx="184714" cy="184714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781339" y="5442210"/>
              <a:ext cx="184714" cy="184714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664364" y="9325013"/>
              <a:ext cx="182483" cy="182483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440702" y="9325236"/>
              <a:ext cx="182483" cy="182483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949191" y="1951815"/>
              <a:ext cx="178022" cy="178022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771945" y="1563646"/>
              <a:ext cx="178023" cy="178022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337360" y="1563646"/>
              <a:ext cx="178022" cy="178022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890257" y="787308"/>
              <a:ext cx="178022" cy="178022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2548506" y="2339983"/>
              <a:ext cx="178021" cy="178022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2160115" y="1951815"/>
              <a:ext cx="178021" cy="178022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564145" y="2343107"/>
              <a:ext cx="171775" cy="17177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219271" y="787308"/>
              <a:ext cx="178021" cy="178022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952314" y="8165861"/>
              <a:ext cx="171775" cy="171775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2163461" y="8165862"/>
              <a:ext cx="171776" cy="171776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3327966" y="6225017"/>
              <a:ext cx="171776" cy="17177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3327966" y="3896004"/>
              <a:ext cx="171776" cy="171776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4787808" y="3896004"/>
              <a:ext cx="171775" cy="171776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565484" y="7779030"/>
              <a:ext cx="169099" cy="169098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789146" y="6226355"/>
              <a:ext cx="169098" cy="169098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2552968" y="7779031"/>
              <a:ext cx="169099" cy="169099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1776407" y="8555368"/>
              <a:ext cx="169099" cy="169099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894720" y="9331929"/>
              <a:ext cx="169098" cy="169097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2943144" y="2734622"/>
              <a:ext cx="165083" cy="165083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1390246" y="1181947"/>
              <a:ext cx="165083" cy="165083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731998" y="1181947"/>
              <a:ext cx="165083" cy="165083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179323" y="2734622"/>
              <a:ext cx="165083" cy="165083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182669" y="7396216"/>
              <a:ext cx="158390" cy="158390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2946490" y="7396216"/>
              <a:ext cx="158391" cy="158390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1395377" y="8950676"/>
              <a:ext cx="154822" cy="15482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736906" y="8950676"/>
              <a:ext cx="155267" cy="155268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9068372" y="412748"/>
              <a:ext cx="150806" cy="150805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413694" y="5074565"/>
              <a:ext cx="143666" cy="14366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1012785" y="804486"/>
              <a:ext cx="143667" cy="143666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131098" y="804486"/>
              <a:ext cx="143667" cy="143666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3730189" y="5074565"/>
              <a:ext cx="143667" cy="143667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3343805" y="3135283"/>
              <a:ext cx="140098" cy="140097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4803647" y="3135283"/>
              <a:ext cx="140097" cy="14009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9073727" y="9734375"/>
              <a:ext cx="140097" cy="140098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9850063" y="418102"/>
              <a:ext cx="140098" cy="14009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8297388" y="418102"/>
              <a:ext cx="140097" cy="140097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3347152" y="7020540"/>
              <a:ext cx="133406" cy="133404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4806993" y="7020540"/>
              <a:ext cx="133405" cy="133404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017917" y="9349553"/>
              <a:ext cx="133627" cy="13340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4418825" y="5855810"/>
              <a:ext cx="133405" cy="133404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8688904" y="6244203"/>
              <a:ext cx="133405" cy="133404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3735321" y="5855810"/>
              <a:ext cx="133404" cy="133404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4418825" y="4303359"/>
              <a:ext cx="133405" cy="133405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3735098" y="4302913"/>
              <a:ext cx="133851" cy="133851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136229" y="9349553"/>
              <a:ext cx="133405" cy="133404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7915467" y="5470766"/>
              <a:ext cx="127604" cy="12760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468143" y="6247103"/>
              <a:ext cx="127604" cy="127604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8303635" y="9740622"/>
              <a:ext cx="127604" cy="12760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9856311" y="9740622"/>
              <a:ext cx="127604" cy="127604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0246710" y="5472996"/>
              <a:ext cx="123143" cy="123143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7917697" y="4696659"/>
              <a:ext cx="123143" cy="12314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8698273" y="3924337"/>
              <a:ext cx="114666" cy="114665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3746922" y="3538399"/>
              <a:ext cx="110204" cy="110204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0250949" y="4700897"/>
              <a:ext cx="114666" cy="114665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430425" y="3538399"/>
              <a:ext cx="110204" cy="110204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0641348" y="433048"/>
              <a:ext cx="110204" cy="110204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7535998" y="433048"/>
              <a:ext cx="110204" cy="110204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2975269" y="1990408"/>
              <a:ext cx="100835" cy="100834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9476842" y="3926567"/>
              <a:ext cx="110204" cy="110204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211447" y="1990408"/>
              <a:ext cx="100834" cy="100834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5599616" y="1602239"/>
              <a:ext cx="100834" cy="100834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2198708" y="1214071"/>
              <a:ext cx="100835" cy="10083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435110" y="6648656"/>
              <a:ext cx="100834" cy="100833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3751605" y="6648656"/>
              <a:ext cx="100835" cy="100833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987785" y="1214071"/>
              <a:ext cx="100834" cy="100834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540683" y="9754006"/>
              <a:ext cx="100834" cy="100835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0646033" y="9754006"/>
              <a:ext cx="100835" cy="100835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2977945" y="8204009"/>
              <a:ext cx="95481" cy="95481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5214124" y="8204008"/>
              <a:ext cx="95480" cy="95479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319698" y="5874996"/>
              <a:ext cx="95480" cy="95481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5602293" y="8592401"/>
              <a:ext cx="95480" cy="95481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9872372" y="5874772"/>
              <a:ext cx="95481" cy="95481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2589553" y="8592177"/>
              <a:ext cx="95481" cy="95479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831087" y="2386385"/>
              <a:ext cx="85218" cy="85218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713220" y="57373"/>
              <a:ext cx="84772" cy="84772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3371244" y="2386385"/>
              <a:ext cx="85219" cy="85218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1424825" y="456696"/>
              <a:ext cx="85218" cy="85218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9489781" y="57596"/>
              <a:ext cx="84772" cy="8477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4055195" y="4715844"/>
              <a:ext cx="84772" cy="84772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4148029" y="4715844"/>
              <a:ext cx="84772" cy="84772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5995816" y="8985923"/>
              <a:ext cx="84772" cy="84772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4147582" y="5491958"/>
              <a:ext cx="85218" cy="85218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2206740" y="8985477"/>
              <a:ext cx="85218" cy="85218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1818570" y="834156"/>
              <a:ext cx="84772" cy="84772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9886204" y="4333029"/>
              <a:ext cx="74064" cy="74064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6384207" y="833710"/>
              <a:ext cx="84772" cy="84772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6389561" y="9376323"/>
              <a:ext cx="74064" cy="74063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1824147" y="9382346"/>
              <a:ext cx="74064" cy="74064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839787" y="7826325"/>
              <a:ext cx="74064" cy="74064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9498035" y="10155561"/>
              <a:ext cx="74064" cy="74064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8333529" y="4332806"/>
              <a:ext cx="74064" cy="74064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4060326" y="5500659"/>
              <a:ext cx="74064" cy="74064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3379722" y="7826547"/>
              <a:ext cx="74065" cy="74064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721697" y="10155783"/>
              <a:ext cx="74064" cy="74064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10276157" y="64288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5879" y="63356"/>
                  </a:moveTo>
                  <a:lnTo>
                    <a:pt x="27477" y="63356"/>
                  </a:lnTo>
                  <a:lnTo>
                    <a:pt x="23436" y="62552"/>
                  </a:lnTo>
                  <a:lnTo>
                    <a:pt x="0" y="35878"/>
                  </a:lnTo>
                  <a:lnTo>
                    <a:pt x="0" y="27477"/>
                  </a:lnTo>
                  <a:lnTo>
                    <a:pt x="27477" y="0"/>
                  </a:lnTo>
                  <a:lnTo>
                    <a:pt x="35879" y="0"/>
                  </a:lnTo>
                  <a:lnTo>
                    <a:pt x="63356" y="27477"/>
                  </a:lnTo>
                  <a:lnTo>
                    <a:pt x="63356" y="31678"/>
                  </a:lnTo>
                  <a:lnTo>
                    <a:pt x="63356" y="35878"/>
                  </a:lnTo>
                  <a:lnTo>
                    <a:pt x="35879" y="63356"/>
                  </a:lnTo>
                  <a:close/>
                </a:path>
              </a:pathLst>
            </a:custGeom>
            <a:solidFill>
              <a:srgbClr val="FF5959">
                <a:alpha val="185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097135" y="396828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08" y="32570"/>
                  </a:moveTo>
                  <a:lnTo>
                    <a:pt x="16285" y="32570"/>
                  </a:lnTo>
                  <a:lnTo>
                    <a:pt x="7361" y="32570"/>
                  </a:lnTo>
                  <a:lnTo>
                    <a:pt x="0" y="25208"/>
                  </a:lnTo>
                  <a:lnTo>
                    <a:pt x="0" y="7361"/>
                  </a:lnTo>
                  <a:lnTo>
                    <a:pt x="7361" y="0"/>
                  </a:lnTo>
                  <a:lnTo>
                    <a:pt x="25208" y="0"/>
                  </a:lnTo>
                  <a:lnTo>
                    <a:pt x="32570" y="7361"/>
                  </a:lnTo>
                  <a:lnTo>
                    <a:pt x="32570" y="25208"/>
                  </a:lnTo>
                  <a:lnTo>
                    <a:pt x="25208" y="32570"/>
                  </a:lnTo>
                  <a:close/>
                </a:path>
              </a:pathLst>
            </a:custGeom>
            <a:solidFill>
              <a:srgbClr val="FF5959">
                <a:alpha val="148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4157399" y="3965831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89">
                  <a:moveTo>
                    <a:pt x="26324" y="33908"/>
                  </a:moveTo>
                  <a:lnTo>
                    <a:pt x="16954" y="33908"/>
                  </a:lnTo>
                  <a:lnTo>
                    <a:pt x="7585" y="33908"/>
                  </a:lnTo>
                  <a:lnTo>
                    <a:pt x="0" y="26323"/>
                  </a:lnTo>
                  <a:lnTo>
                    <a:pt x="0" y="7584"/>
                  </a:lnTo>
                  <a:lnTo>
                    <a:pt x="7584" y="0"/>
                  </a:lnTo>
                  <a:lnTo>
                    <a:pt x="26324" y="0"/>
                  </a:lnTo>
                  <a:lnTo>
                    <a:pt x="33909" y="7584"/>
                  </a:lnTo>
                  <a:lnTo>
                    <a:pt x="33909" y="26323"/>
                  </a:lnTo>
                  <a:lnTo>
                    <a:pt x="26324" y="33908"/>
                  </a:lnTo>
                  <a:close/>
                </a:path>
              </a:pathLst>
            </a:custGeom>
            <a:solidFill>
              <a:srgbClr val="FF5959">
                <a:alpha val="167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798254" y="479896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4">
                  <a:moveTo>
                    <a:pt x="19854" y="39709"/>
                  </a:moveTo>
                  <a:lnTo>
                    <a:pt x="12140" y="38144"/>
                  </a:lnTo>
                  <a:lnTo>
                    <a:pt x="5828" y="33881"/>
                  </a:lnTo>
                  <a:lnTo>
                    <a:pt x="1565" y="27568"/>
                  </a:lnTo>
                  <a:lnTo>
                    <a:pt x="0" y="19854"/>
                  </a:lnTo>
                  <a:lnTo>
                    <a:pt x="1565" y="12140"/>
                  </a:lnTo>
                  <a:lnTo>
                    <a:pt x="5828" y="5828"/>
                  </a:lnTo>
                  <a:lnTo>
                    <a:pt x="12140" y="1565"/>
                  </a:lnTo>
                  <a:lnTo>
                    <a:pt x="19854" y="0"/>
                  </a:lnTo>
                  <a:lnTo>
                    <a:pt x="27568" y="1565"/>
                  </a:lnTo>
                  <a:lnTo>
                    <a:pt x="33881" y="5828"/>
                  </a:lnTo>
                  <a:lnTo>
                    <a:pt x="38144" y="12140"/>
                  </a:lnTo>
                  <a:lnTo>
                    <a:pt x="39709" y="19854"/>
                  </a:lnTo>
                  <a:lnTo>
                    <a:pt x="38144" y="27568"/>
                  </a:lnTo>
                  <a:lnTo>
                    <a:pt x="33881" y="33881"/>
                  </a:lnTo>
                  <a:lnTo>
                    <a:pt x="27568" y="38144"/>
                  </a:lnTo>
                  <a:lnTo>
                    <a:pt x="19854" y="39709"/>
                  </a:lnTo>
                  <a:close/>
                </a:path>
              </a:pathLst>
            </a:custGeom>
            <a:solidFill>
              <a:srgbClr val="FF5959">
                <a:alpha val="241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8" name="object 268"/>
          <p:cNvSpPr txBox="1">
            <a:spLocks noGrp="1"/>
          </p:cNvSpPr>
          <p:nvPr>
            <p:ph type="title"/>
          </p:nvPr>
        </p:nvSpPr>
        <p:spPr>
          <a:xfrm>
            <a:off x="4749650" y="3054863"/>
            <a:ext cx="8504555" cy="288671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680085" marR="5080" indent="-668020">
              <a:lnSpc>
                <a:spcPts val="10650"/>
              </a:lnSpc>
              <a:spcBef>
                <a:spcPts val="1430"/>
              </a:spcBef>
              <a:tabLst>
                <a:tab pos="2820035" algn="l"/>
                <a:tab pos="6212840" algn="l"/>
              </a:tabLst>
            </a:pPr>
            <a:r>
              <a:rPr sz="9900" spc="-20" dirty="0">
                <a:solidFill>
                  <a:srgbClr val="FFFFFF"/>
                </a:solidFill>
              </a:rPr>
              <a:t>VOIS</a:t>
            </a:r>
            <a:r>
              <a:rPr sz="9900" dirty="0">
                <a:solidFill>
                  <a:srgbClr val="FFFFFF"/>
                </a:solidFill>
              </a:rPr>
              <a:t>	</a:t>
            </a:r>
            <a:r>
              <a:rPr sz="9900" spc="-10" dirty="0">
                <a:solidFill>
                  <a:srgbClr val="FFFFFF"/>
                </a:solidFill>
              </a:rPr>
              <a:t>Innovation Marathon</a:t>
            </a:r>
            <a:r>
              <a:rPr sz="9900" dirty="0">
                <a:solidFill>
                  <a:srgbClr val="FFFFFF"/>
                </a:solidFill>
              </a:rPr>
              <a:t>	</a:t>
            </a:r>
            <a:r>
              <a:rPr sz="9900" spc="-25" dirty="0">
                <a:solidFill>
                  <a:srgbClr val="FFFFFF"/>
                </a:solidFill>
              </a:rPr>
              <a:t>2.0</a:t>
            </a:r>
            <a:endParaRPr sz="9900"/>
          </a:p>
        </p:txBody>
      </p:sp>
      <p:sp>
        <p:nvSpPr>
          <p:cNvPr id="269" name="object 269"/>
          <p:cNvSpPr/>
          <p:nvPr/>
        </p:nvSpPr>
        <p:spPr>
          <a:xfrm>
            <a:off x="439115" y="296493"/>
            <a:ext cx="17373600" cy="9609455"/>
          </a:xfrm>
          <a:custGeom>
            <a:avLst/>
            <a:gdLst/>
            <a:ahLst/>
            <a:cxnLst/>
            <a:rect l="l" t="t" r="r" b="b"/>
            <a:pathLst>
              <a:path w="17373600" h="9609455">
                <a:moveTo>
                  <a:pt x="584682" y="433133"/>
                </a:moveTo>
                <a:lnTo>
                  <a:pt x="584530" y="433133"/>
                </a:lnTo>
                <a:lnTo>
                  <a:pt x="530326" y="381698"/>
                </a:lnTo>
                <a:lnTo>
                  <a:pt x="530326" y="433133"/>
                </a:lnTo>
                <a:lnTo>
                  <a:pt x="132397" y="810450"/>
                </a:lnTo>
                <a:lnTo>
                  <a:pt x="55600" y="728878"/>
                </a:lnTo>
                <a:lnTo>
                  <a:pt x="367411" y="433133"/>
                </a:lnTo>
                <a:lnTo>
                  <a:pt x="52743" y="134505"/>
                </a:lnTo>
                <a:lnTo>
                  <a:pt x="129616" y="52933"/>
                </a:lnTo>
                <a:lnTo>
                  <a:pt x="530174" y="433133"/>
                </a:lnTo>
                <a:lnTo>
                  <a:pt x="530326" y="433133"/>
                </a:lnTo>
                <a:lnTo>
                  <a:pt x="530326" y="381698"/>
                </a:lnTo>
                <a:lnTo>
                  <a:pt x="183921" y="52933"/>
                </a:lnTo>
                <a:lnTo>
                  <a:pt x="128143" y="0"/>
                </a:lnTo>
                <a:lnTo>
                  <a:pt x="0" y="135978"/>
                </a:lnTo>
                <a:lnTo>
                  <a:pt x="313067" y="433133"/>
                </a:lnTo>
                <a:lnTo>
                  <a:pt x="2857" y="727329"/>
                </a:lnTo>
                <a:lnTo>
                  <a:pt x="124929" y="857008"/>
                </a:lnTo>
                <a:lnTo>
                  <a:pt x="137655" y="857008"/>
                </a:lnTo>
                <a:lnTo>
                  <a:pt x="186753" y="810450"/>
                </a:lnTo>
                <a:lnTo>
                  <a:pt x="584682" y="433133"/>
                </a:lnTo>
                <a:close/>
              </a:path>
              <a:path w="17373600" h="9609455">
                <a:moveTo>
                  <a:pt x="1266113" y="433501"/>
                </a:moveTo>
                <a:lnTo>
                  <a:pt x="1211834" y="381952"/>
                </a:lnTo>
                <a:lnTo>
                  <a:pt x="1211834" y="433133"/>
                </a:lnTo>
                <a:lnTo>
                  <a:pt x="814197" y="810450"/>
                </a:lnTo>
                <a:lnTo>
                  <a:pt x="737108" y="728878"/>
                </a:lnTo>
                <a:lnTo>
                  <a:pt x="1048918" y="433133"/>
                </a:lnTo>
                <a:lnTo>
                  <a:pt x="734237" y="134505"/>
                </a:lnTo>
                <a:lnTo>
                  <a:pt x="811110" y="52933"/>
                </a:lnTo>
                <a:lnTo>
                  <a:pt x="1211681" y="433133"/>
                </a:lnTo>
                <a:lnTo>
                  <a:pt x="1211834" y="433133"/>
                </a:lnTo>
                <a:lnTo>
                  <a:pt x="1211834" y="381952"/>
                </a:lnTo>
                <a:lnTo>
                  <a:pt x="865390" y="52933"/>
                </a:lnTo>
                <a:lnTo>
                  <a:pt x="809650" y="0"/>
                </a:lnTo>
                <a:lnTo>
                  <a:pt x="681507" y="135978"/>
                </a:lnTo>
                <a:lnTo>
                  <a:pt x="994562" y="433133"/>
                </a:lnTo>
                <a:lnTo>
                  <a:pt x="684364" y="727621"/>
                </a:lnTo>
                <a:lnTo>
                  <a:pt x="806157" y="857008"/>
                </a:lnTo>
                <a:lnTo>
                  <a:pt x="819480" y="857008"/>
                </a:lnTo>
                <a:lnTo>
                  <a:pt x="868578" y="810450"/>
                </a:lnTo>
                <a:lnTo>
                  <a:pt x="1266113" y="433501"/>
                </a:lnTo>
                <a:close/>
              </a:path>
              <a:path w="17373600" h="9609455">
                <a:moveTo>
                  <a:pt x="1947621" y="433501"/>
                </a:moveTo>
                <a:lnTo>
                  <a:pt x="1893417" y="382028"/>
                </a:lnTo>
                <a:lnTo>
                  <a:pt x="1893417" y="433133"/>
                </a:lnTo>
                <a:lnTo>
                  <a:pt x="1495412" y="810450"/>
                </a:lnTo>
                <a:lnTo>
                  <a:pt x="1418602" y="728878"/>
                </a:lnTo>
                <a:lnTo>
                  <a:pt x="1730502" y="433133"/>
                </a:lnTo>
                <a:lnTo>
                  <a:pt x="1730349" y="433133"/>
                </a:lnTo>
                <a:lnTo>
                  <a:pt x="1415669" y="134505"/>
                </a:lnTo>
                <a:lnTo>
                  <a:pt x="1492618" y="52933"/>
                </a:lnTo>
                <a:lnTo>
                  <a:pt x="1893252" y="433133"/>
                </a:lnTo>
                <a:lnTo>
                  <a:pt x="1893417" y="433133"/>
                </a:lnTo>
                <a:lnTo>
                  <a:pt x="1893417" y="382028"/>
                </a:lnTo>
                <a:lnTo>
                  <a:pt x="1546898" y="52933"/>
                </a:lnTo>
                <a:lnTo>
                  <a:pt x="1491157" y="0"/>
                </a:lnTo>
                <a:lnTo>
                  <a:pt x="1363014" y="135978"/>
                </a:lnTo>
                <a:lnTo>
                  <a:pt x="1676146" y="433133"/>
                </a:lnTo>
                <a:lnTo>
                  <a:pt x="1365872" y="727621"/>
                </a:lnTo>
                <a:lnTo>
                  <a:pt x="1487652" y="857008"/>
                </a:lnTo>
                <a:lnTo>
                  <a:pt x="1500974" y="857008"/>
                </a:lnTo>
                <a:lnTo>
                  <a:pt x="1550073" y="810450"/>
                </a:lnTo>
                <a:lnTo>
                  <a:pt x="1947621" y="433501"/>
                </a:lnTo>
                <a:close/>
              </a:path>
              <a:path w="17373600" h="9609455">
                <a:moveTo>
                  <a:pt x="2628900" y="433133"/>
                </a:moveTo>
                <a:lnTo>
                  <a:pt x="2628735" y="433133"/>
                </a:lnTo>
                <a:lnTo>
                  <a:pt x="2574696" y="381825"/>
                </a:lnTo>
                <a:lnTo>
                  <a:pt x="2574696" y="433133"/>
                </a:lnTo>
                <a:lnTo>
                  <a:pt x="2176691" y="810450"/>
                </a:lnTo>
                <a:lnTo>
                  <a:pt x="2100110" y="728878"/>
                </a:lnTo>
                <a:lnTo>
                  <a:pt x="2412009" y="433133"/>
                </a:lnTo>
                <a:lnTo>
                  <a:pt x="2411844" y="433133"/>
                </a:lnTo>
                <a:lnTo>
                  <a:pt x="2097252" y="134581"/>
                </a:lnTo>
                <a:lnTo>
                  <a:pt x="2174125" y="52933"/>
                </a:lnTo>
                <a:lnTo>
                  <a:pt x="2574544" y="433133"/>
                </a:lnTo>
                <a:lnTo>
                  <a:pt x="2574696" y="433133"/>
                </a:lnTo>
                <a:lnTo>
                  <a:pt x="2574696" y="381825"/>
                </a:lnTo>
                <a:lnTo>
                  <a:pt x="2228392" y="52933"/>
                </a:lnTo>
                <a:lnTo>
                  <a:pt x="2172652" y="0"/>
                </a:lnTo>
                <a:lnTo>
                  <a:pt x="2044509" y="135978"/>
                </a:lnTo>
                <a:lnTo>
                  <a:pt x="2357653" y="433133"/>
                </a:lnTo>
                <a:lnTo>
                  <a:pt x="2047379" y="727621"/>
                </a:lnTo>
                <a:lnTo>
                  <a:pt x="2169160" y="857008"/>
                </a:lnTo>
                <a:lnTo>
                  <a:pt x="2182482" y="857008"/>
                </a:lnTo>
                <a:lnTo>
                  <a:pt x="2231580" y="810450"/>
                </a:lnTo>
                <a:lnTo>
                  <a:pt x="2628900" y="433705"/>
                </a:lnTo>
                <a:lnTo>
                  <a:pt x="2628900" y="433133"/>
                </a:lnTo>
                <a:close/>
              </a:path>
              <a:path w="17373600" h="9609455">
                <a:moveTo>
                  <a:pt x="15330729" y="8888095"/>
                </a:moveTo>
                <a:lnTo>
                  <a:pt x="15277986" y="8832126"/>
                </a:lnTo>
                <a:lnTo>
                  <a:pt x="15277986" y="8886698"/>
                </a:lnTo>
                <a:lnTo>
                  <a:pt x="14963382" y="9185237"/>
                </a:lnTo>
                <a:lnTo>
                  <a:pt x="14963229" y="9185237"/>
                </a:lnTo>
                <a:lnTo>
                  <a:pt x="15275128" y="9480994"/>
                </a:lnTo>
                <a:lnTo>
                  <a:pt x="15198547" y="9562567"/>
                </a:lnTo>
                <a:lnTo>
                  <a:pt x="14800542" y="9185237"/>
                </a:lnTo>
                <a:lnTo>
                  <a:pt x="14800695" y="9185237"/>
                </a:lnTo>
                <a:lnTo>
                  <a:pt x="15201113" y="8805050"/>
                </a:lnTo>
                <a:lnTo>
                  <a:pt x="15277986" y="8886698"/>
                </a:lnTo>
                <a:lnTo>
                  <a:pt x="15277986" y="8832126"/>
                </a:lnTo>
                <a:lnTo>
                  <a:pt x="15202586" y="8752103"/>
                </a:lnTo>
                <a:lnTo>
                  <a:pt x="15146846" y="8805050"/>
                </a:lnTo>
                <a:lnTo>
                  <a:pt x="14746504" y="9185237"/>
                </a:lnTo>
                <a:lnTo>
                  <a:pt x="14746339" y="9185237"/>
                </a:lnTo>
                <a:lnTo>
                  <a:pt x="14746339" y="9185821"/>
                </a:lnTo>
                <a:lnTo>
                  <a:pt x="15143658" y="9562567"/>
                </a:lnTo>
                <a:lnTo>
                  <a:pt x="15192756" y="9609125"/>
                </a:lnTo>
                <a:lnTo>
                  <a:pt x="15206079" y="9609125"/>
                </a:lnTo>
                <a:lnTo>
                  <a:pt x="15327859" y="9479737"/>
                </a:lnTo>
                <a:lnTo>
                  <a:pt x="15017585" y="9185237"/>
                </a:lnTo>
                <a:lnTo>
                  <a:pt x="15330729" y="8888095"/>
                </a:lnTo>
                <a:close/>
              </a:path>
              <a:path w="17373600" h="9609455">
                <a:moveTo>
                  <a:pt x="16012224" y="8888095"/>
                </a:moveTo>
                <a:lnTo>
                  <a:pt x="15959570" y="8832228"/>
                </a:lnTo>
                <a:lnTo>
                  <a:pt x="15959570" y="8886622"/>
                </a:lnTo>
                <a:lnTo>
                  <a:pt x="15644889" y="9185237"/>
                </a:lnTo>
                <a:lnTo>
                  <a:pt x="15644737" y="9185237"/>
                </a:lnTo>
                <a:lnTo>
                  <a:pt x="15956623" y="9480994"/>
                </a:lnTo>
                <a:lnTo>
                  <a:pt x="15879826" y="9562567"/>
                </a:lnTo>
                <a:lnTo>
                  <a:pt x="15481821" y="9185237"/>
                </a:lnTo>
                <a:lnTo>
                  <a:pt x="15481973" y="9185237"/>
                </a:lnTo>
                <a:lnTo>
                  <a:pt x="15882620" y="8805050"/>
                </a:lnTo>
                <a:lnTo>
                  <a:pt x="15959570" y="8886622"/>
                </a:lnTo>
                <a:lnTo>
                  <a:pt x="15959570" y="8832228"/>
                </a:lnTo>
                <a:lnTo>
                  <a:pt x="15884081" y="8752103"/>
                </a:lnTo>
                <a:lnTo>
                  <a:pt x="15828340" y="8805050"/>
                </a:lnTo>
                <a:lnTo>
                  <a:pt x="15427617" y="9185605"/>
                </a:lnTo>
                <a:lnTo>
                  <a:pt x="15825165" y="9562567"/>
                </a:lnTo>
                <a:lnTo>
                  <a:pt x="15874264" y="9609125"/>
                </a:lnTo>
                <a:lnTo>
                  <a:pt x="15887586" y="9609125"/>
                </a:lnTo>
                <a:lnTo>
                  <a:pt x="16009366" y="9479737"/>
                </a:lnTo>
                <a:lnTo>
                  <a:pt x="15699093" y="9185237"/>
                </a:lnTo>
                <a:lnTo>
                  <a:pt x="16012224" y="8888095"/>
                </a:lnTo>
                <a:close/>
              </a:path>
              <a:path w="17373600" h="9609455">
                <a:moveTo>
                  <a:pt x="16693731" y="8888095"/>
                </a:moveTo>
                <a:lnTo>
                  <a:pt x="16640988" y="8832126"/>
                </a:lnTo>
                <a:lnTo>
                  <a:pt x="16640988" y="8886622"/>
                </a:lnTo>
                <a:lnTo>
                  <a:pt x="16326320" y="9185237"/>
                </a:lnTo>
                <a:lnTo>
                  <a:pt x="16638131" y="9480994"/>
                </a:lnTo>
                <a:lnTo>
                  <a:pt x="16561042" y="9562567"/>
                </a:lnTo>
                <a:lnTo>
                  <a:pt x="16163405" y="9185237"/>
                </a:lnTo>
                <a:lnTo>
                  <a:pt x="16163557" y="9185237"/>
                </a:lnTo>
                <a:lnTo>
                  <a:pt x="16564128" y="8805050"/>
                </a:lnTo>
                <a:lnTo>
                  <a:pt x="16640988" y="8886622"/>
                </a:lnTo>
                <a:lnTo>
                  <a:pt x="16640988" y="8832126"/>
                </a:lnTo>
                <a:lnTo>
                  <a:pt x="16565588" y="8752103"/>
                </a:lnTo>
                <a:lnTo>
                  <a:pt x="16509848" y="8805050"/>
                </a:lnTo>
                <a:lnTo>
                  <a:pt x="16109125" y="9185605"/>
                </a:lnTo>
                <a:lnTo>
                  <a:pt x="16506660" y="9562567"/>
                </a:lnTo>
                <a:lnTo>
                  <a:pt x="16555758" y="9609125"/>
                </a:lnTo>
                <a:lnTo>
                  <a:pt x="16569081" y="9609125"/>
                </a:lnTo>
                <a:lnTo>
                  <a:pt x="16690874" y="9479737"/>
                </a:lnTo>
                <a:lnTo>
                  <a:pt x="16380676" y="9185237"/>
                </a:lnTo>
                <a:lnTo>
                  <a:pt x="16693731" y="8888095"/>
                </a:lnTo>
                <a:close/>
              </a:path>
              <a:path w="17373600" h="9609455">
                <a:moveTo>
                  <a:pt x="17373600" y="8886355"/>
                </a:moveTo>
                <a:lnTo>
                  <a:pt x="17322496" y="8832126"/>
                </a:lnTo>
                <a:lnTo>
                  <a:pt x="17322496" y="8886622"/>
                </a:lnTo>
                <a:lnTo>
                  <a:pt x="17007828" y="9185237"/>
                </a:lnTo>
                <a:lnTo>
                  <a:pt x="17319638" y="9480994"/>
                </a:lnTo>
                <a:lnTo>
                  <a:pt x="17242841" y="9562567"/>
                </a:lnTo>
                <a:lnTo>
                  <a:pt x="16844912" y="9185237"/>
                </a:lnTo>
                <a:lnTo>
                  <a:pt x="16845064" y="9185237"/>
                </a:lnTo>
                <a:lnTo>
                  <a:pt x="17245622" y="8805050"/>
                </a:lnTo>
                <a:lnTo>
                  <a:pt x="17322496" y="8886622"/>
                </a:lnTo>
                <a:lnTo>
                  <a:pt x="17322496" y="8832126"/>
                </a:lnTo>
                <a:lnTo>
                  <a:pt x="17247096" y="8752103"/>
                </a:lnTo>
                <a:lnTo>
                  <a:pt x="17191317" y="8805050"/>
                </a:lnTo>
                <a:lnTo>
                  <a:pt x="16790708" y="9185237"/>
                </a:lnTo>
                <a:lnTo>
                  <a:pt x="16790556" y="9185237"/>
                </a:lnTo>
                <a:lnTo>
                  <a:pt x="17188485" y="9562567"/>
                </a:lnTo>
                <a:lnTo>
                  <a:pt x="17237583" y="9609125"/>
                </a:lnTo>
                <a:lnTo>
                  <a:pt x="17250309" y="9609125"/>
                </a:lnTo>
                <a:lnTo>
                  <a:pt x="17372381" y="9479445"/>
                </a:lnTo>
                <a:lnTo>
                  <a:pt x="17062171" y="9185237"/>
                </a:lnTo>
                <a:lnTo>
                  <a:pt x="17373600" y="8889644"/>
                </a:lnTo>
                <a:lnTo>
                  <a:pt x="17373600" y="8886355"/>
                </a:lnTo>
                <a:close/>
              </a:path>
            </a:pathLst>
          </a:custGeom>
          <a:solidFill>
            <a:srgbClr val="FF595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9012" y="5418953"/>
            <a:ext cx="2690495" cy="2690495"/>
            <a:chOff x="3529012" y="5418953"/>
            <a:chExt cx="2690495" cy="2690495"/>
          </a:xfrm>
        </p:grpSpPr>
        <p:sp>
          <p:nvSpPr>
            <p:cNvPr id="3" name="object 3"/>
            <p:cNvSpPr/>
            <p:nvPr/>
          </p:nvSpPr>
          <p:spPr>
            <a:xfrm>
              <a:off x="3529012" y="5418953"/>
              <a:ext cx="2690495" cy="2690495"/>
            </a:xfrm>
            <a:custGeom>
              <a:avLst/>
              <a:gdLst/>
              <a:ahLst/>
              <a:cxnLst/>
              <a:rect l="l" t="t" r="r" b="b"/>
              <a:pathLst>
                <a:path w="2690495" h="2690495">
                  <a:moveTo>
                    <a:pt x="229266" y="2690135"/>
                  </a:moveTo>
                  <a:lnTo>
                    <a:pt x="183071" y="2685486"/>
                  </a:lnTo>
                  <a:lnTo>
                    <a:pt x="140039" y="2672124"/>
                  </a:lnTo>
                  <a:lnTo>
                    <a:pt x="101096" y="2650981"/>
                  </a:lnTo>
                  <a:lnTo>
                    <a:pt x="67163" y="2622982"/>
                  </a:lnTo>
                  <a:lnTo>
                    <a:pt x="39164" y="2589049"/>
                  </a:lnTo>
                  <a:lnTo>
                    <a:pt x="18021" y="2550105"/>
                  </a:lnTo>
                  <a:lnTo>
                    <a:pt x="4659" y="2507074"/>
                  </a:lnTo>
                  <a:lnTo>
                    <a:pt x="0" y="2460878"/>
                  </a:lnTo>
                  <a:lnTo>
                    <a:pt x="0" y="229266"/>
                  </a:lnTo>
                  <a:lnTo>
                    <a:pt x="4642" y="183239"/>
                  </a:lnTo>
                  <a:lnTo>
                    <a:pt x="4659" y="183071"/>
                  </a:lnTo>
                  <a:lnTo>
                    <a:pt x="18021" y="140039"/>
                  </a:lnTo>
                  <a:lnTo>
                    <a:pt x="39164" y="101096"/>
                  </a:lnTo>
                  <a:lnTo>
                    <a:pt x="67163" y="67163"/>
                  </a:lnTo>
                  <a:lnTo>
                    <a:pt x="101096" y="39163"/>
                  </a:lnTo>
                  <a:lnTo>
                    <a:pt x="140039" y="18021"/>
                  </a:lnTo>
                  <a:lnTo>
                    <a:pt x="183071" y="4659"/>
                  </a:lnTo>
                  <a:lnTo>
                    <a:pt x="229266" y="0"/>
                  </a:lnTo>
                  <a:lnTo>
                    <a:pt x="2460878" y="0"/>
                  </a:lnTo>
                  <a:lnTo>
                    <a:pt x="2460878" y="14287"/>
                  </a:lnTo>
                  <a:lnTo>
                    <a:pt x="229266" y="14287"/>
                  </a:lnTo>
                  <a:lnTo>
                    <a:pt x="229266" y="28574"/>
                  </a:lnTo>
                  <a:lnTo>
                    <a:pt x="183239" y="33873"/>
                  </a:lnTo>
                  <a:lnTo>
                    <a:pt x="140993" y="48967"/>
                  </a:lnTo>
                  <a:lnTo>
                    <a:pt x="103730" y="72654"/>
                  </a:lnTo>
                  <a:lnTo>
                    <a:pt x="72654" y="103730"/>
                  </a:lnTo>
                  <a:lnTo>
                    <a:pt x="48968" y="140993"/>
                  </a:lnTo>
                  <a:lnTo>
                    <a:pt x="33934" y="183071"/>
                  </a:lnTo>
                  <a:lnTo>
                    <a:pt x="28575" y="229266"/>
                  </a:lnTo>
                  <a:lnTo>
                    <a:pt x="28575" y="2460878"/>
                  </a:lnTo>
                  <a:lnTo>
                    <a:pt x="33873" y="2506905"/>
                  </a:lnTo>
                  <a:lnTo>
                    <a:pt x="48968" y="2549152"/>
                  </a:lnTo>
                  <a:lnTo>
                    <a:pt x="72654" y="2586415"/>
                  </a:lnTo>
                  <a:lnTo>
                    <a:pt x="103730" y="2617491"/>
                  </a:lnTo>
                  <a:lnTo>
                    <a:pt x="140993" y="2641178"/>
                  </a:lnTo>
                  <a:lnTo>
                    <a:pt x="183239" y="2656272"/>
                  </a:lnTo>
                  <a:lnTo>
                    <a:pt x="229266" y="2661570"/>
                  </a:lnTo>
                  <a:lnTo>
                    <a:pt x="2569544" y="2661570"/>
                  </a:lnTo>
                  <a:lnTo>
                    <a:pt x="2550105" y="2672124"/>
                  </a:lnTo>
                  <a:lnTo>
                    <a:pt x="2538082" y="2675857"/>
                  </a:lnTo>
                  <a:lnTo>
                    <a:pt x="229266" y="2675857"/>
                  </a:lnTo>
                  <a:lnTo>
                    <a:pt x="229266" y="2690135"/>
                  </a:lnTo>
                  <a:close/>
                </a:path>
                <a:path w="2690495" h="2690495">
                  <a:moveTo>
                    <a:pt x="2569544" y="2661570"/>
                  </a:moveTo>
                  <a:lnTo>
                    <a:pt x="2460878" y="2661570"/>
                  </a:lnTo>
                  <a:lnTo>
                    <a:pt x="2506905" y="2656272"/>
                  </a:lnTo>
                  <a:lnTo>
                    <a:pt x="2549152" y="2641178"/>
                  </a:lnTo>
                  <a:lnTo>
                    <a:pt x="2586414" y="2617491"/>
                  </a:lnTo>
                  <a:lnTo>
                    <a:pt x="2617491" y="2586415"/>
                  </a:lnTo>
                  <a:lnTo>
                    <a:pt x="2641177" y="2549152"/>
                  </a:lnTo>
                  <a:lnTo>
                    <a:pt x="2656211" y="2507074"/>
                  </a:lnTo>
                  <a:lnTo>
                    <a:pt x="2656272" y="2506905"/>
                  </a:lnTo>
                  <a:lnTo>
                    <a:pt x="2661570" y="2460878"/>
                  </a:lnTo>
                  <a:lnTo>
                    <a:pt x="2661570" y="229266"/>
                  </a:lnTo>
                  <a:lnTo>
                    <a:pt x="2656267" y="183239"/>
                  </a:lnTo>
                  <a:lnTo>
                    <a:pt x="2641161" y="140993"/>
                  </a:lnTo>
                  <a:lnTo>
                    <a:pt x="2617461" y="103730"/>
                  </a:lnTo>
                  <a:lnTo>
                    <a:pt x="2586374" y="72654"/>
                  </a:lnTo>
                  <a:lnTo>
                    <a:pt x="2549110" y="48967"/>
                  </a:lnTo>
                  <a:lnTo>
                    <a:pt x="2506875" y="33873"/>
                  </a:lnTo>
                  <a:lnTo>
                    <a:pt x="2460878" y="28574"/>
                  </a:lnTo>
                  <a:lnTo>
                    <a:pt x="229266" y="28574"/>
                  </a:lnTo>
                  <a:lnTo>
                    <a:pt x="229266" y="14287"/>
                  </a:lnTo>
                  <a:lnTo>
                    <a:pt x="2460878" y="14287"/>
                  </a:lnTo>
                  <a:lnTo>
                    <a:pt x="2460878" y="0"/>
                  </a:lnTo>
                  <a:lnTo>
                    <a:pt x="2507074" y="4659"/>
                  </a:lnTo>
                  <a:lnTo>
                    <a:pt x="2550105" y="18021"/>
                  </a:lnTo>
                  <a:lnTo>
                    <a:pt x="2589049" y="39163"/>
                  </a:lnTo>
                  <a:lnTo>
                    <a:pt x="2622982" y="67163"/>
                  </a:lnTo>
                  <a:lnTo>
                    <a:pt x="2650981" y="101096"/>
                  </a:lnTo>
                  <a:lnTo>
                    <a:pt x="2672124" y="140039"/>
                  </a:lnTo>
                  <a:lnTo>
                    <a:pt x="2685486" y="183071"/>
                  </a:lnTo>
                  <a:lnTo>
                    <a:pt x="2690135" y="229266"/>
                  </a:lnTo>
                  <a:lnTo>
                    <a:pt x="2690135" y="2460878"/>
                  </a:lnTo>
                  <a:lnTo>
                    <a:pt x="2685503" y="2506905"/>
                  </a:lnTo>
                  <a:lnTo>
                    <a:pt x="2685486" y="2507074"/>
                  </a:lnTo>
                  <a:lnTo>
                    <a:pt x="2672124" y="2550105"/>
                  </a:lnTo>
                  <a:lnTo>
                    <a:pt x="2650981" y="2589049"/>
                  </a:lnTo>
                  <a:lnTo>
                    <a:pt x="2622982" y="2622982"/>
                  </a:lnTo>
                  <a:lnTo>
                    <a:pt x="2589049" y="2650981"/>
                  </a:lnTo>
                  <a:lnTo>
                    <a:pt x="2569544" y="2661570"/>
                  </a:lnTo>
                  <a:close/>
                </a:path>
                <a:path w="2690495" h="2690495">
                  <a:moveTo>
                    <a:pt x="2460878" y="2690135"/>
                  </a:moveTo>
                  <a:lnTo>
                    <a:pt x="229266" y="2690135"/>
                  </a:lnTo>
                  <a:lnTo>
                    <a:pt x="229266" y="2675857"/>
                  </a:lnTo>
                  <a:lnTo>
                    <a:pt x="2460878" y="2675857"/>
                  </a:lnTo>
                  <a:lnTo>
                    <a:pt x="2460878" y="2690135"/>
                  </a:lnTo>
                  <a:close/>
                </a:path>
                <a:path w="2690495" h="2690495">
                  <a:moveTo>
                    <a:pt x="2460978" y="2690135"/>
                  </a:moveTo>
                  <a:lnTo>
                    <a:pt x="2460878" y="2675857"/>
                  </a:lnTo>
                  <a:lnTo>
                    <a:pt x="2538082" y="2675857"/>
                  </a:lnTo>
                  <a:lnTo>
                    <a:pt x="2507074" y="2685486"/>
                  </a:lnTo>
                  <a:lnTo>
                    <a:pt x="2460978" y="2690135"/>
                  </a:lnTo>
                  <a:close/>
                </a:path>
              </a:pathLst>
            </a:custGeom>
            <a:solidFill>
              <a:srgbClr val="E6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2970" y="5700302"/>
              <a:ext cx="2202208" cy="220220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960645" y="4327074"/>
            <a:ext cx="5992495" cy="816610"/>
          </a:xfrm>
          <a:custGeom>
            <a:avLst/>
            <a:gdLst/>
            <a:ahLst/>
            <a:cxnLst/>
            <a:rect l="l" t="t" r="r" b="b"/>
            <a:pathLst>
              <a:path w="5992495" h="816610">
                <a:moveTo>
                  <a:pt x="5856540" y="816425"/>
                </a:moveTo>
                <a:lnTo>
                  <a:pt x="136112" y="816425"/>
                </a:lnTo>
                <a:lnTo>
                  <a:pt x="93323" y="809541"/>
                </a:lnTo>
                <a:lnTo>
                  <a:pt x="93168" y="809541"/>
                </a:lnTo>
                <a:lnTo>
                  <a:pt x="55814" y="790215"/>
                </a:lnTo>
                <a:lnTo>
                  <a:pt x="26295" y="760748"/>
                </a:lnTo>
                <a:lnTo>
                  <a:pt x="6945" y="723384"/>
                </a:lnTo>
                <a:lnTo>
                  <a:pt x="0" y="680370"/>
                </a:lnTo>
                <a:lnTo>
                  <a:pt x="0" y="136112"/>
                </a:lnTo>
                <a:lnTo>
                  <a:pt x="6941" y="93098"/>
                </a:lnTo>
                <a:lnTo>
                  <a:pt x="26267" y="55735"/>
                </a:lnTo>
                <a:lnTo>
                  <a:pt x="55735" y="26267"/>
                </a:lnTo>
                <a:lnTo>
                  <a:pt x="93098" y="6941"/>
                </a:lnTo>
                <a:lnTo>
                  <a:pt x="136112" y="0"/>
                </a:lnTo>
                <a:lnTo>
                  <a:pt x="5856540" y="0"/>
                </a:lnTo>
                <a:lnTo>
                  <a:pt x="5899554" y="6941"/>
                </a:lnTo>
                <a:lnTo>
                  <a:pt x="5936918" y="26267"/>
                </a:lnTo>
                <a:lnTo>
                  <a:pt x="5966385" y="55735"/>
                </a:lnTo>
                <a:lnTo>
                  <a:pt x="5985712" y="93098"/>
                </a:lnTo>
                <a:lnTo>
                  <a:pt x="5992437" y="134773"/>
                </a:lnTo>
                <a:lnTo>
                  <a:pt x="5992437" y="681709"/>
                </a:lnTo>
                <a:lnTo>
                  <a:pt x="5985712" y="723384"/>
                </a:lnTo>
                <a:lnTo>
                  <a:pt x="5966385" y="760748"/>
                </a:lnTo>
                <a:lnTo>
                  <a:pt x="5936918" y="790215"/>
                </a:lnTo>
                <a:lnTo>
                  <a:pt x="5899554" y="809541"/>
                </a:lnTo>
                <a:lnTo>
                  <a:pt x="5856540" y="816425"/>
                </a:lnTo>
                <a:close/>
              </a:path>
            </a:pathLst>
          </a:custGeom>
          <a:solidFill>
            <a:srgbClr val="F5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1471" y="8276949"/>
            <a:ext cx="5993130" cy="1488440"/>
          </a:xfrm>
          <a:custGeom>
            <a:avLst/>
            <a:gdLst/>
            <a:ahLst/>
            <a:cxnLst/>
            <a:rect l="l" t="t" r="r" b="b"/>
            <a:pathLst>
              <a:path w="5993130" h="1488440">
                <a:moveTo>
                  <a:pt x="5744527" y="1488376"/>
                </a:moveTo>
                <a:lnTo>
                  <a:pt x="248030" y="1488376"/>
                </a:lnTo>
                <a:lnTo>
                  <a:pt x="198048" y="1483336"/>
                </a:lnTo>
                <a:lnTo>
                  <a:pt x="151492" y="1468882"/>
                </a:lnTo>
                <a:lnTo>
                  <a:pt x="109360" y="1446012"/>
                </a:lnTo>
                <a:lnTo>
                  <a:pt x="72651" y="1415724"/>
                </a:lnTo>
                <a:lnTo>
                  <a:pt x="42363" y="1379015"/>
                </a:lnTo>
                <a:lnTo>
                  <a:pt x="19493" y="1336884"/>
                </a:lnTo>
                <a:lnTo>
                  <a:pt x="5039" y="1290328"/>
                </a:lnTo>
                <a:lnTo>
                  <a:pt x="0" y="1240345"/>
                </a:lnTo>
                <a:lnTo>
                  <a:pt x="0" y="248030"/>
                </a:lnTo>
                <a:lnTo>
                  <a:pt x="5039" y="198048"/>
                </a:lnTo>
                <a:lnTo>
                  <a:pt x="19493" y="151492"/>
                </a:lnTo>
                <a:lnTo>
                  <a:pt x="42363" y="109360"/>
                </a:lnTo>
                <a:lnTo>
                  <a:pt x="72651" y="72651"/>
                </a:lnTo>
                <a:lnTo>
                  <a:pt x="109360" y="42363"/>
                </a:lnTo>
                <a:lnTo>
                  <a:pt x="151492" y="19493"/>
                </a:lnTo>
                <a:lnTo>
                  <a:pt x="198048" y="5039"/>
                </a:lnTo>
                <a:lnTo>
                  <a:pt x="248030" y="0"/>
                </a:lnTo>
                <a:lnTo>
                  <a:pt x="5744527" y="0"/>
                </a:lnTo>
                <a:lnTo>
                  <a:pt x="5794509" y="5039"/>
                </a:lnTo>
                <a:lnTo>
                  <a:pt x="5841065" y="19493"/>
                </a:lnTo>
                <a:lnTo>
                  <a:pt x="5883197" y="42363"/>
                </a:lnTo>
                <a:lnTo>
                  <a:pt x="5919906" y="72651"/>
                </a:lnTo>
                <a:lnTo>
                  <a:pt x="5950194" y="109360"/>
                </a:lnTo>
                <a:lnTo>
                  <a:pt x="5973064" y="151492"/>
                </a:lnTo>
                <a:lnTo>
                  <a:pt x="5987518" y="198048"/>
                </a:lnTo>
                <a:lnTo>
                  <a:pt x="5992558" y="248030"/>
                </a:lnTo>
                <a:lnTo>
                  <a:pt x="5992558" y="1240345"/>
                </a:lnTo>
                <a:lnTo>
                  <a:pt x="5987518" y="1290328"/>
                </a:lnTo>
                <a:lnTo>
                  <a:pt x="5973064" y="1336884"/>
                </a:lnTo>
                <a:lnTo>
                  <a:pt x="5950194" y="1379015"/>
                </a:lnTo>
                <a:lnTo>
                  <a:pt x="5919906" y="1415724"/>
                </a:lnTo>
                <a:lnTo>
                  <a:pt x="5883197" y="1446012"/>
                </a:lnTo>
                <a:lnTo>
                  <a:pt x="5841065" y="1468882"/>
                </a:lnTo>
                <a:lnTo>
                  <a:pt x="5794509" y="1483336"/>
                </a:lnTo>
                <a:lnTo>
                  <a:pt x="5744527" y="1488376"/>
                </a:lnTo>
                <a:close/>
              </a:path>
            </a:pathLst>
          </a:custGeom>
          <a:solidFill>
            <a:srgbClr val="F5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47898" y="4237139"/>
            <a:ext cx="5226685" cy="724535"/>
          </a:xfrm>
          <a:custGeom>
            <a:avLst/>
            <a:gdLst/>
            <a:ahLst/>
            <a:cxnLst/>
            <a:rect l="l" t="t" r="r" b="b"/>
            <a:pathLst>
              <a:path w="5226684" h="724535">
                <a:moveTo>
                  <a:pt x="5130761" y="723966"/>
                </a:moveTo>
                <a:lnTo>
                  <a:pt x="96718" y="723966"/>
                </a:lnTo>
                <a:lnTo>
                  <a:pt x="59067" y="717268"/>
                </a:lnTo>
                <a:lnTo>
                  <a:pt x="28325" y="698897"/>
                </a:lnTo>
                <a:lnTo>
                  <a:pt x="7599" y="671648"/>
                </a:lnTo>
                <a:lnTo>
                  <a:pt x="0" y="638276"/>
                </a:lnTo>
                <a:lnTo>
                  <a:pt x="0" y="85727"/>
                </a:lnTo>
                <a:lnTo>
                  <a:pt x="28325" y="25106"/>
                </a:lnTo>
                <a:lnTo>
                  <a:pt x="96718" y="0"/>
                </a:lnTo>
                <a:lnTo>
                  <a:pt x="5130761" y="0"/>
                </a:lnTo>
                <a:lnTo>
                  <a:pt x="5168409" y="6735"/>
                </a:lnTo>
                <a:lnTo>
                  <a:pt x="5199149" y="25106"/>
                </a:lnTo>
                <a:lnTo>
                  <a:pt x="5219872" y="52355"/>
                </a:lnTo>
                <a:lnTo>
                  <a:pt x="5226130" y="79838"/>
                </a:lnTo>
                <a:lnTo>
                  <a:pt x="5226130" y="644165"/>
                </a:lnTo>
                <a:lnTo>
                  <a:pt x="5219872" y="671648"/>
                </a:lnTo>
                <a:lnTo>
                  <a:pt x="5199149" y="698897"/>
                </a:lnTo>
                <a:lnTo>
                  <a:pt x="5168409" y="717268"/>
                </a:lnTo>
                <a:lnTo>
                  <a:pt x="5130761" y="723966"/>
                </a:lnTo>
                <a:close/>
              </a:path>
            </a:pathLst>
          </a:custGeom>
          <a:solidFill>
            <a:srgbClr val="F5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734176" y="5325876"/>
            <a:ext cx="2428240" cy="2949575"/>
            <a:chOff x="10734176" y="5325876"/>
            <a:chExt cx="2428240" cy="29495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47070" y="5341549"/>
              <a:ext cx="2401873" cy="29197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734176" y="5325876"/>
              <a:ext cx="2428240" cy="2949575"/>
            </a:xfrm>
            <a:custGeom>
              <a:avLst/>
              <a:gdLst/>
              <a:ahLst/>
              <a:cxnLst/>
              <a:rect l="l" t="t" r="r" b="b"/>
              <a:pathLst>
                <a:path w="2428240" h="2949575">
                  <a:moveTo>
                    <a:pt x="206896" y="2949216"/>
                  </a:moveTo>
                  <a:lnTo>
                    <a:pt x="191679" y="2949216"/>
                  </a:lnTo>
                  <a:lnTo>
                    <a:pt x="165208" y="2945971"/>
                  </a:lnTo>
                  <a:lnTo>
                    <a:pt x="126375" y="2931312"/>
                  </a:lnTo>
                  <a:lnTo>
                    <a:pt x="91232" y="2908120"/>
                  </a:lnTo>
                  <a:lnTo>
                    <a:pt x="60610" y="2877405"/>
                  </a:lnTo>
                  <a:lnTo>
                    <a:pt x="35342" y="2840180"/>
                  </a:lnTo>
                  <a:lnTo>
                    <a:pt x="16263" y="2797459"/>
                  </a:lnTo>
                  <a:lnTo>
                    <a:pt x="4204" y="2750254"/>
                  </a:lnTo>
                  <a:lnTo>
                    <a:pt x="0" y="2699577"/>
                  </a:lnTo>
                  <a:lnTo>
                    <a:pt x="0" y="251505"/>
                  </a:lnTo>
                  <a:lnTo>
                    <a:pt x="4189" y="201013"/>
                  </a:lnTo>
                  <a:lnTo>
                    <a:pt x="16263" y="153623"/>
                  </a:lnTo>
                  <a:lnTo>
                    <a:pt x="35342" y="110902"/>
                  </a:lnTo>
                  <a:lnTo>
                    <a:pt x="60610" y="73677"/>
                  </a:lnTo>
                  <a:lnTo>
                    <a:pt x="91232" y="42962"/>
                  </a:lnTo>
                  <a:lnTo>
                    <a:pt x="126375" y="19769"/>
                  </a:lnTo>
                  <a:lnTo>
                    <a:pt x="165208" y="5111"/>
                  </a:lnTo>
                  <a:lnTo>
                    <a:pt x="206896" y="0"/>
                  </a:lnTo>
                  <a:lnTo>
                    <a:pt x="2220763" y="0"/>
                  </a:lnTo>
                  <a:lnTo>
                    <a:pt x="2220763" y="15673"/>
                  </a:lnTo>
                  <a:lnTo>
                    <a:pt x="206896" y="15673"/>
                  </a:lnTo>
                  <a:lnTo>
                    <a:pt x="206896" y="31346"/>
                  </a:lnTo>
                  <a:lnTo>
                    <a:pt x="165360" y="37159"/>
                  </a:lnTo>
                  <a:lnTo>
                    <a:pt x="127236" y="53717"/>
                  </a:lnTo>
                  <a:lnTo>
                    <a:pt x="93609" y="79701"/>
                  </a:lnTo>
                  <a:lnTo>
                    <a:pt x="65565" y="113792"/>
                  </a:lnTo>
                  <a:lnTo>
                    <a:pt x="44190" y="154669"/>
                  </a:lnTo>
                  <a:lnTo>
                    <a:pt x="30623" y="200828"/>
                  </a:lnTo>
                  <a:lnTo>
                    <a:pt x="30568" y="201013"/>
                  </a:lnTo>
                  <a:lnTo>
                    <a:pt x="25786" y="251505"/>
                  </a:lnTo>
                  <a:lnTo>
                    <a:pt x="25786" y="2699577"/>
                  </a:lnTo>
                  <a:lnTo>
                    <a:pt x="30568" y="2750069"/>
                  </a:lnTo>
                  <a:lnTo>
                    <a:pt x="44190" y="2796413"/>
                  </a:lnTo>
                  <a:lnTo>
                    <a:pt x="65565" y="2837290"/>
                  </a:lnTo>
                  <a:lnTo>
                    <a:pt x="93609" y="2871381"/>
                  </a:lnTo>
                  <a:lnTo>
                    <a:pt x="127236" y="2897365"/>
                  </a:lnTo>
                  <a:lnTo>
                    <a:pt x="165360" y="2913923"/>
                  </a:lnTo>
                  <a:lnTo>
                    <a:pt x="206896" y="2919736"/>
                  </a:lnTo>
                  <a:lnTo>
                    <a:pt x="2318826" y="2919736"/>
                  </a:lnTo>
                  <a:lnTo>
                    <a:pt x="2301284" y="2931312"/>
                  </a:lnTo>
                  <a:lnTo>
                    <a:pt x="2290430" y="2935410"/>
                  </a:lnTo>
                  <a:lnTo>
                    <a:pt x="206896" y="2935410"/>
                  </a:lnTo>
                  <a:lnTo>
                    <a:pt x="206896" y="2949216"/>
                  </a:lnTo>
                  <a:close/>
                </a:path>
                <a:path w="2428240" h="2949575">
                  <a:moveTo>
                    <a:pt x="2318826" y="2919736"/>
                  </a:moveTo>
                  <a:lnTo>
                    <a:pt x="2220763" y="2919736"/>
                  </a:lnTo>
                  <a:lnTo>
                    <a:pt x="2262299" y="2913923"/>
                  </a:lnTo>
                  <a:lnTo>
                    <a:pt x="2300423" y="2897365"/>
                  </a:lnTo>
                  <a:lnTo>
                    <a:pt x="2334050" y="2871381"/>
                  </a:lnTo>
                  <a:lnTo>
                    <a:pt x="2362094" y="2837290"/>
                  </a:lnTo>
                  <a:lnTo>
                    <a:pt x="2383469" y="2796413"/>
                  </a:lnTo>
                  <a:lnTo>
                    <a:pt x="2397036" y="2750254"/>
                  </a:lnTo>
                  <a:lnTo>
                    <a:pt x="2397090" y="2750069"/>
                  </a:lnTo>
                  <a:lnTo>
                    <a:pt x="2401872" y="2699577"/>
                  </a:lnTo>
                  <a:lnTo>
                    <a:pt x="2401872" y="251505"/>
                  </a:lnTo>
                  <a:lnTo>
                    <a:pt x="2397086" y="201013"/>
                  </a:lnTo>
                  <a:lnTo>
                    <a:pt x="2383454" y="154669"/>
                  </a:lnTo>
                  <a:lnTo>
                    <a:pt x="2362066" y="113792"/>
                  </a:lnTo>
                  <a:lnTo>
                    <a:pt x="2334013" y="79701"/>
                  </a:lnTo>
                  <a:lnTo>
                    <a:pt x="2300385" y="53717"/>
                  </a:lnTo>
                  <a:lnTo>
                    <a:pt x="2262272" y="37159"/>
                  </a:lnTo>
                  <a:lnTo>
                    <a:pt x="2220763" y="31346"/>
                  </a:lnTo>
                  <a:lnTo>
                    <a:pt x="206896" y="31346"/>
                  </a:lnTo>
                  <a:lnTo>
                    <a:pt x="206896" y="15673"/>
                  </a:lnTo>
                  <a:lnTo>
                    <a:pt x="2220763" y="15673"/>
                  </a:lnTo>
                  <a:lnTo>
                    <a:pt x="2220763" y="0"/>
                  </a:lnTo>
                  <a:lnTo>
                    <a:pt x="2262452" y="5111"/>
                  </a:lnTo>
                  <a:lnTo>
                    <a:pt x="2301284" y="19769"/>
                  </a:lnTo>
                  <a:lnTo>
                    <a:pt x="2336428" y="42962"/>
                  </a:lnTo>
                  <a:lnTo>
                    <a:pt x="2367051" y="73677"/>
                  </a:lnTo>
                  <a:lnTo>
                    <a:pt x="2392318" y="110902"/>
                  </a:lnTo>
                  <a:lnTo>
                    <a:pt x="2411398" y="153623"/>
                  </a:lnTo>
                  <a:lnTo>
                    <a:pt x="2423456" y="200828"/>
                  </a:lnTo>
                  <a:lnTo>
                    <a:pt x="2427651" y="251505"/>
                  </a:lnTo>
                  <a:lnTo>
                    <a:pt x="2427651" y="2699577"/>
                  </a:lnTo>
                  <a:lnTo>
                    <a:pt x="2423472" y="2750069"/>
                  </a:lnTo>
                  <a:lnTo>
                    <a:pt x="2411398" y="2797459"/>
                  </a:lnTo>
                  <a:lnTo>
                    <a:pt x="2392318" y="2840180"/>
                  </a:lnTo>
                  <a:lnTo>
                    <a:pt x="2367051" y="2877405"/>
                  </a:lnTo>
                  <a:lnTo>
                    <a:pt x="2336428" y="2908120"/>
                  </a:lnTo>
                  <a:lnTo>
                    <a:pt x="2318826" y="2919736"/>
                  </a:lnTo>
                  <a:close/>
                </a:path>
                <a:path w="2428240" h="2949575">
                  <a:moveTo>
                    <a:pt x="2220763" y="2949216"/>
                  </a:moveTo>
                  <a:lnTo>
                    <a:pt x="206896" y="2949216"/>
                  </a:lnTo>
                  <a:lnTo>
                    <a:pt x="206896" y="2935410"/>
                  </a:lnTo>
                  <a:lnTo>
                    <a:pt x="2220763" y="2935410"/>
                  </a:lnTo>
                  <a:lnTo>
                    <a:pt x="2220763" y="2949216"/>
                  </a:lnTo>
                  <a:close/>
                </a:path>
                <a:path w="2428240" h="2949575">
                  <a:moveTo>
                    <a:pt x="2235981" y="2949216"/>
                  </a:moveTo>
                  <a:lnTo>
                    <a:pt x="2220763" y="2949216"/>
                  </a:lnTo>
                  <a:lnTo>
                    <a:pt x="2220763" y="2935410"/>
                  </a:lnTo>
                  <a:lnTo>
                    <a:pt x="2290430" y="2935410"/>
                  </a:lnTo>
                  <a:lnTo>
                    <a:pt x="2262452" y="2945971"/>
                  </a:lnTo>
                  <a:lnTo>
                    <a:pt x="2235981" y="2949216"/>
                  </a:lnTo>
                  <a:close/>
                </a:path>
              </a:pathLst>
            </a:custGeom>
            <a:solidFill>
              <a:srgbClr val="E6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0678429" y="8346509"/>
            <a:ext cx="2539365" cy="729615"/>
          </a:xfrm>
          <a:custGeom>
            <a:avLst/>
            <a:gdLst/>
            <a:ahLst/>
            <a:cxnLst/>
            <a:rect l="l" t="t" r="r" b="b"/>
            <a:pathLst>
              <a:path w="2539365" h="729615">
                <a:moveTo>
                  <a:pt x="2448073" y="729615"/>
                </a:moveTo>
                <a:lnTo>
                  <a:pt x="91111" y="729615"/>
                </a:lnTo>
                <a:lnTo>
                  <a:pt x="55643" y="722826"/>
                </a:lnTo>
                <a:lnTo>
                  <a:pt x="26683" y="704314"/>
                </a:lnTo>
                <a:lnTo>
                  <a:pt x="7158" y="676854"/>
                </a:lnTo>
                <a:lnTo>
                  <a:pt x="0" y="643223"/>
                </a:lnTo>
                <a:lnTo>
                  <a:pt x="0" y="86391"/>
                </a:lnTo>
                <a:lnTo>
                  <a:pt x="7158" y="52761"/>
                </a:lnTo>
                <a:lnTo>
                  <a:pt x="26683" y="25300"/>
                </a:lnTo>
                <a:lnTo>
                  <a:pt x="55643" y="6788"/>
                </a:lnTo>
                <a:lnTo>
                  <a:pt x="91111" y="0"/>
                </a:lnTo>
                <a:lnTo>
                  <a:pt x="2448073" y="0"/>
                </a:lnTo>
                <a:lnTo>
                  <a:pt x="2483541" y="6788"/>
                </a:lnTo>
                <a:lnTo>
                  <a:pt x="2512501" y="25300"/>
                </a:lnTo>
                <a:lnTo>
                  <a:pt x="2532024" y="52761"/>
                </a:lnTo>
                <a:lnTo>
                  <a:pt x="2539183" y="86391"/>
                </a:lnTo>
                <a:lnTo>
                  <a:pt x="2539183" y="643223"/>
                </a:lnTo>
                <a:lnTo>
                  <a:pt x="2532024" y="676854"/>
                </a:lnTo>
                <a:lnTo>
                  <a:pt x="2512501" y="704314"/>
                </a:lnTo>
                <a:lnTo>
                  <a:pt x="2483541" y="722826"/>
                </a:lnTo>
                <a:lnTo>
                  <a:pt x="2448073" y="729615"/>
                </a:lnTo>
                <a:close/>
              </a:path>
            </a:pathLst>
          </a:custGeom>
          <a:solidFill>
            <a:srgbClr val="F5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4072382" y="5325875"/>
            <a:ext cx="2360930" cy="2951480"/>
            <a:chOff x="14072382" y="5325875"/>
            <a:chExt cx="2360930" cy="29514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84921" y="5341549"/>
              <a:ext cx="2335683" cy="29197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072382" y="5325875"/>
              <a:ext cx="2360930" cy="2951480"/>
            </a:xfrm>
            <a:custGeom>
              <a:avLst/>
              <a:gdLst/>
              <a:ahLst/>
              <a:cxnLst/>
              <a:rect l="l" t="t" r="r" b="b"/>
              <a:pathLst>
                <a:path w="2360930" h="2951479">
                  <a:moveTo>
                    <a:pt x="201194" y="2950939"/>
                  </a:moveTo>
                  <a:lnTo>
                    <a:pt x="200069" y="2950939"/>
                  </a:lnTo>
                  <a:lnTo>
                    <a:pt x="160655" y="2945970"/>
                  </a:lnTo>
                  <a:lnTo>
                    <a:pt x="122892" y="2931311"/>
                  </a:lnTo>
                  <a:lnTo>
                    <a:pt x="88717" y="2908119"/>
                  </a:lnTo>
                  <a:lnTo>
                    <a:pt x="58939" y="2877404"/>
                  </a:lnTo>
                  <a:lnTo>
                    <a:pt x="34368" y="2840180"/>
                  </a:lnTo>
                  <a:lnTo>
                    <a:pt x="15815" y="2797459"/>
                  </a:lnTo>
                  <a:lnTo>
                    <a:pt x="4088" y="2750254"/>
                  </a:lnTo>
                  <a:lnTo>
                    <a:pt x="0" y="2699577"/>
                  </a:lnTo>
                  <a:lnTo>
                    <a:pt x="0" y="251505"/>
                  </a:lnTo>
                  <a:lnTo>
                    <a:pt x="4073" y="201013"/>
                  </a:lnTo>
                  <a:lnTo>
                    <a:pt x="15815" y="153623"/>
                  </a:lnTo>
                  <a:lnTo>
                    <a:pt x="34368" y="110902"/>
                  </a:lnTo>
                  <a:lnTo>
                    <a:pt x="58939" y="73677"/>
                  </a:lnTo>
                  <a:lnTo>
                    <a:pt x="88717" y="42962"/>
                  </a:lnTo>
                  <a:lnTo>
                    <a:pt x="122892" y="19769"/>
                  </a:lnTo>
                  <a:lnTo>
                    <a:pt x="160655" y="5111"/>
                  </a:lnTo>
                  <a:lnTo>
                    <a:pt x="201194" y="0"/>
                  </a:lnTo>
                  <a:lnTo>
                    <a:pt x="2159564" y="0"/>
                  </a:lnTo>
                  <a:lnTo>
                    <a:pt x="2159564" y="15673"/>
                  </a:lnTo>
                  <a:lnTo>
                    <a:pt x="201194" y="15673"/>
                  </a:lnTo>
                  <a:lnTo>
                    <a:pt x="201194" y="31346"/>
                  </a:lnTo>
                  <a:lnTo>
                    <a:pt x="160804" y="37159"/>
                  </a:lnTo>
                  <a:lnTo>
                    <a:pt x="123730" y="53717"/>
                  </a:lnTo>
                  <a:lnTo>
                    <a:pt x="91030" y="79701"/>
                  </a:lnTo>
                  <a:lnTo>
                    <a:pt x="63759" y="113792"/>
                  </a:lnTo>
                  <a:lnTo>
                    <a:pt x="42972" y="154669"/>
                  </a:lnTo>
                  <a:lnTo>
                    <a:pt x="29779" y="200828"/>
                  </a:lnTo>
                  <a:lnTo>
                    <a:pt x="25076" y="251505"/>
                  </a:lnTo>
                  <a:lnTo>
                    <a:pt x="25076" y="2699577"/>
                  </a:lnTo>
                  <a:lnTo>
                    <a:pt x="29726" y="2750069"/>
                  </a:lnTo>
                  <a:lnTo>
                    <a:pt x="42972" y="2796413"/>
                  </a:lnTo>
                  <a:lnTo>
                    <a:pt x="63759" y="2837290"/>
                  </a:lnTo>
                  <a:lnTo>
                    <a:pt x="91030" y="2871381"/>
                  </a:lnTo>
                  <a:lnTo>
                    <a:pt x="123730" y="2897365"/>
                  </a:lnTo>
                  <a:lnTo>
                    <a:pt x="160804" y="2913923"/>
                  </a:lnTo>
                  <a:lnTo>
                    <a:pt x="201194" y="2919736"/>
                  </a:lnTo>
                  <a:lnTo>
                    <a:pt x="2254923" y="2919736"/>
                  </a:lnTo>
                  <a:lnTo>
                    <a:pt x="2237867" y="2931311"/>
                  </a:lnTo>
                  <a:lnTo>
                    <a:pt x="2227308" y="2935410"/>
                  </a:lnTo>
                  <a:lnTo>
                    <a:pt x="201194" y="2935410"/>
                  </a:lnTo>
                  <a:lnTo>
                    <a:pt x="201194" y="2950939"/>
                  </a:lnTo>
                  <a:close/>
                </a:path>
                <a:path w="2360930" h="2951479">
                  <a:moveTo>
                    <a:pt x="2254923" y="2919736"/>
                  </a:moveTo>
                  <a:lnTo>
                    <a:pt x="2159564" y="2919736"/>
                  </a:lnTo>
                  <a:lnTo>
                    <a:pt x="2199956" y="2913923"/>
                  </a:lnTo>
                  <a:lnTo>
                    <a:pt x="2237030" y="2897365"/>
                  </a:lnTo>
                  <a:lnTo>
                    <a:pt x="2269730" y="2871381"/>
                  </a:lnTo>
                  <a:lnTo>
                    <a:pt x="2297001" y="2837290"/>
                  </a:lnTo>
                  <a:lnTo>
                    <a:pt x="2317787" y="2796413"/>
                  </a:lnTo>
                  <a:lnTo>
                    <a:pt x="2330980" y="2750254"/>
                  </a:lnTo>
                  <a:lnTo>
                    <a:pt x="2335683" y="2699577"/>
                  </a:lnTo>
                  <a:lnTo>
                    <a:pt x="2335683" y="251505"/>
                  </a:lnTo>
                  <a:lnTo>
                    <a:pt x="2331029" y="201013"/>
                  </a:lnTo>
                  <a:lnTo>
                    <a:pt x="2317773" y="154669"/>
                  </a:lnTo>
                  <a:lnTo>
                    <a:pt x="2296975" y="113792"/>
                  </a:lnTo>
                  <a:lnTo>
                    <a:pt x="2269695" y="79701"/>
                  </a:lnTo>
                  <a:lnTo>
                    <a:pt x="2236993" y="53717"/>
                  </a:lnTo>
                  <a:lnTo>
                    <a:pt x="2199930" y="37159"/>
                  </a:lnTo>
                  <a:lnTo>
                    <a:pt x="2159564" y="31346"/>
                  </a:lnTo>
                  <a:lnTo>
                    <a:pt x="201194" y="31346"/>
                  </a:lnTo>
                  <a:lnTo>
                    <a:pt x="201194" y="15673"/>
                  </a:lnTo>
                  <a:lnTo>
                    <a:pt x="2159564" y="15673"/>
                  </a:lnTo>
                  <a:lnTo>
                    <a:pt x="2159564" y="0"/>
                  </a:lnTo>
                  <a:lnTo>
                    <a:pt x="2200104" y="5111"/>
                  </a:lnTo>
                  <a:lnTo>
                    <a:pt x="2237867" y="19769"/>
                  </a:lnTo>
                  <a:lnTo>
                    <a:pt x="2272042" y="42962"/>
                  </a:lnTo>
                  <a:lnTo>
                    <a:pt x="2301820" y="73677"/>
                  </a:lnTo>
                  <a:lnTo>
                    <a:pt x="2326391" y="110902"/>
                  </a:lnTo>
                  <a:lnTo>
                    <a:pt x="2344944" y="153623"/>
                  </a:lnTo>
                  <a:lnTo>
                    <a:pt x="2356671" y="200828"/>
                  </a:lnTo>
                  <a:lnTo>
                    <a:pt x="2360751" y="251505"/>
                  </a:lnTo>
                  <a:lnTo>
                    <a:pt x="2360751" y="2699577"/>
                  </a:lnTo>
                  <a:lnTo>
                    <a:pt x="2356685" y="2750069"/>
                  </a:lnTo>
                  <a:lnTo>
                    <a:pt x="2344944" y="2797459"/>
                  </a:lnTo>
                  <a:lnTo>
                    <a:pt x="2326391" y="2840180"/>
                  </a:lnTo>
                  <a:lnTo>
                    <a:pt x="2301820" y="2877404"/>
                  </a:lnTo>
                  <a:lnTo>
                    <a:pt x="2272042" y="2908119"/>
                  </a:lnTo>
                  <a:lnTo>
                    <a:pt x="2254923" y="2919736"/>
                  </a:lnTo>
                  <a:close/>
                </a:path>
                <a:path w="2360930" h="2951479">
                  <a:moveTo>
                    <a:pt x="2159564" y="2950939"/>
                  </a:moveTo>
                  <a:lnTo>
                    <a:pt x="201194" y="2950939"/>
                  </a:lnTo>
                  <a:lnTo>
                    <a:pt x="201194" y="2935410"/>
                  </a:lnTo>
                  <a:lnTo>
                    <a:pt x="2159564" y="2935410"/>
                  </a:lnTo>
                  <a:lnTo>
                    <a:pt x="2159564" y="2950939"/>
                  </a:lnTo>
                  <a:close/>
                </a:path>
                <a:path w="2360930" h="2951479">
                  <a:moveTo>
                    <a:pt x="2160690" y="2950939"/>
                  </a:moveTo>
                  <a:lnTo>
                    <a:pt x="2159564" y="2950939"/>
                  </a:lnTo>
                  <a:lnTo>
                    <a:pt x="2159564" y="2935410"/>
                  </a:lnTo>
                  <a:lnTo>
                    <a:pt x="2227308" y="2935410"/>
                  </a:lnTo>
                  <a:lnTo>
                    <a:pt x="2200104" y="2945970"/>
                  </a:lnTo>
                  <a:lnTo>
                    <a:pt x="2160690" y="2950939"/>
                  </a:lnTo>
                  <a:close/>
                </a:path>
              </a:pathLst>
            </a:custGeom>
            <a:solidFill>
              <a:srgbClr val="E6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3856588" y="8346509"/>
            <a:ext cx="2778125" cy="791210"/>
          </a:xfrm>
          <a:custGeom>
            <a:avLst/>
            <a:gdLst/>
            <a:ahLst/>
            <a:cxnLst/>
            <a:rect l="l" t="t" r="r" b="b"/>
            <a:pathLst>
              <a:path w="2778125" h="791209">
                <a:moveTo>
                  <a:pt x="2678787" y="790926"/>
                </a:moveTo>
                <a:lnTo>
                  <a:pt x="99698" y="790926"/>
                </a:lnTo>
                <a:lnTo>
                  <a:pt x="60887" y="783609"/>
                </a:lnTo>
                <a:lnTo>
                  <a:pt x="29197" y="763540"/>
                </a:lnTo>
                <a:lnTo>
                  <a:pt x="7833" y="733770"/>
                </a:lnTo>
                <a:lnTo>
                  <a:pt x="0" y="697312"/>
                </a:lnTo>
                <a:lnTo>
                  <a:pt x="0" y="93656"/>
                </a:lnTo>
                <a:lnTo>
                  <a:pt x="7833" y="57198"/>
                </a:lnTo>
                <a:lnTo>
                  <a:pt x="29197" y="27428"/>
                </a:lnTo>
                <a:lnTo>
                  <a:pt x="60887" y="7359"/>
                </a:lnTo>
                <a:lnTo>
                  <a:pt x="99698" y="0"/>
                </a:lnTo>
                <a:lnTo>
                  <a:pt x="2678787" y="0"/>
                </a:lnTo>
                <a:lnTo>
                  <a:pt x="2717597" y="7359"/>
                </a:lnTo>
                <a:lnTo>
                  <a:pt x="2749285" y="27428"/>
                </a:lnTo>
                <a:lnTo>
                  <a:pt x="2770649" y="57198"/>
                </a:lnTo>
                <a:lnTo>
                  <a:pt x="2777512" y="89142"/>
                </a:lnTo>
                <a:lnTo>
                  <a:pt x="2777512" y="701826"/>
                </a:lnTo>
                <a:lnTo>
                  <a:pt x="2770649" y="733770"/>
                </a:lnTo>
                <a:lnTo>
                  <a:pt x="2749285" y="763540"/>
                </a:lnTo>
                <a:lnTo>
                  <a:pt x="2717597" y="783609"/>
                </a:lnTo>
                <a:lnTo>
                  <a:pt x="2678787" y="790926"/>
                </a:lnTo>
                <a:close/>
              </a:path>
            </a:pathLst>
          </a:custGeom>
          <a:solidFill>
            <a:srgbClr val="F5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2297455" y="1028700"/>
            <a:ext cx="2690495" cy="2966085"/>
            <a:chOff x="12297455" y="1028700"/>
            <a:chExt cx="2690495" cy="296608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11743" y="1044463"/>
              <a:ext cx="2661570" cy="29366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297455" y="1028700"/>
              <a:ext cx="2690495" cy="2966085"/>
            </a:xfrm>
            <a:custGeom>
              <a:avLst/>
              <a:gdLst/>
              <a:ahLst/>
              <a:cxnLst/>
              <a:rect l="l" t="t" r="r" b="b"/>
              <a:pathLst>
                <a:path w="2690494" h="2966085">
                  <a:moveTo>
                    <a:pt x="229267" y="2965803"/>
                  </a:moveTo>
                  <a:lnTo>
                    <a:pt x="208343" y="2965803"/>
                  </a:lnTo>
                  <a:lnTo>
                    <a:pt x="183071" y="2962991"/>
                  </a:lnTo>
                  <a:lnTo>
                    <a:pt x="140040" y="2948248"/>
                  </a:lnTo>
                  <a:lnTo>
                    <a:pt x="101096" y="2924921"/>
                  </a:lnTo>
                  <a:lnTo>
                    <a:pt x="67163" y="2894028"/>
                  </a:lnTo>
                  <a:lnTo>
                    <a:pt x="39164" y="2856589"/>
                  </a:lnTo>
                  <a:lnTo>
                    <a:pt x="18021" y="2813621"/>
                  </a:lnTo>
                  <a:lnTo>
                    <a:pt x="4659" y="2766143"/>
                  </a:lnTo>
                  <a:lnTo>
                    <a:pt x="0" y="2715174"/>
                  </a:lnTo>
                  <a:lnTo>
                    <a:pt x="0" y="252958"/>
                  </a:lnTo>
                  <a:lnTo>
                    <a:pt x="4642" y="202175"/>
                  </a:lnTo>
                  <a:lnTo>
                    <a:pt x="18021" y="154510"/>
                  </a:lnTo>
                  <a:lnTo>
                    <a:pt x="39164" y="111542"/>
                  </a:lnTo>
                  <a:lnTo>
                    <a:pt x="67163" y="74103"/>
                  </a:lnTo>
                  <a:lnTo>
                    <a:pt x="101096" y="43210"/>
                  </a:lnTo>
                  <a:lnTo>
                    <a:pt x="140040" y="19883"/>
                  </a:lnTo>
                  <a:lnTo>
                    <a:pt x="183071" y="5140"/>
                  </a:lnTo>
                  <a:lnTo>
                    <a:pt x="229267" y="0"/>
                  </a:lnTo>
                  <a:lnTo>
                    <a:pt x="2460878" y="0"/>
                  </a:lnTo>
                  <a:lnTo>
                    <a:pt x="2460878" y="15763"/>
                  </a:lnTo>
                  <a:lnTo>
                    <a:pt x="229267" y="15763"/>
                  </a:lnTo>
                  <a:lnTo>
                    <a:pt x="229267" y="31527"/>
                  </a:lnTo>
                  <a:lnTo>
                    <a:pt x="183240" y="37374"/>
                  </a:lnTo>
                  <a:lnTo>
                    <a:pt x="140993" y="54028"/>
                  </a:lnTo>
                  <a:lnTo>
                    <a:pt x="103731" y="80162"/>
                  </a:lnTo>
                  <a:lnTo>
                    <a:pt x="72654" y="114449"/>
                  </a:lnTo>
                  <a:lnTo>
                    <a:pt x="48968" y="155563"/>
                  </a:lnTo>
                  <a:lnTo>
                    <a:pt x="33934" y="201988"/>
                  </a:lnTo>
                  <a:lnTo>
                    <a:pt x="33873" y="202175"/>
                  </a:lnTo>
                  <a:lnTo>
                    <a:pt x="28575" y="252958"/>
                  </a:lnTo>
                  <a:lnTo>
                    <a:pt x="28575" y="2715174"/>
                  </a:lnTo>
                  <a:lnTo>
                    <a:pt x="33873" y="2765957"/>
                  </a:lnTo>
                  <a:lnTo>
                    <a:pt x="48968" y="2812569"/>
                  </a:lnTo>
                  <a:lnTo>
                    <a:pt x="72654" y="2853682"/>
                  </a:lnTo>
                  <a:lnTo>
                    <a:pt x="103731" y="2887970"/>
                  </a:lnTo>
                  <a:lnTo>
                    <a:pt x="140993" y="2914104"/>
                  </a:lnTo>
                  <a:lnTo>
                    <a:pt x="183240" y="2930758"/>
                  </a:lnTo>
                  <a:lnTo>
                    <a:pt x="229267" y="2936604"/>
                  </a:lnTo>
                  <a:lnTo>
                    <a:pt x="2569543" y="2936604"/>
                  </a:lnTo>
                  <a:lnTo>
                    <a:pt x="2550105" y="2948248"/>
                  </a:lnTo>
                  <a:lnTo>
                    <a:pt x="2538078" y="2952368"/>
                  </a:lnTo>
                  <a:lnTo>
                    <a:pt x="229267" y="2952368"/>
                  </a:lnTo>
                  <a:lnTo>
                    <a:pt x="229267" y="2965803"/>
                  </a:lnTo>
                  <a:close/>
                </a:path>
                <a:path w="2690494" h="2966085">
                  <a:moveTo>
                    <a:pt x="2569543" y="2936604"/>
                  </a:moveTo>
                  <a:lnTo>
                    <a:pt x="2460878" y="2936604"/>
                  </a:lnTo>
                  <a:lnTo>
                    <a:pt x="2506905" y="2930758"/>
                  </a:lnTo>
                  <a:lnTo>
                    <a:pt x="2549152" y="2914104"/>
                  </a:lnTo>
                  <a:lnTo>
                    <a:pt x="2586414" y="2887970"/>
                  </a:lnTo>
                  <a:lnTo>
                    <a:pt x="2617491" y="2853682"/>
                  </a:lnTo>
                  <a:lnTo>
                    <a:pt x="2641177" y="2812569"/>
                  </a:lnTo>
                  <a:lnTo>
                    <a:pt x="2656211" y="2766143"/>
                  </a:lnTo>
                  <a:lnTo>
                    <a:pt x="2656272" y="2765957"/>
                  </a:lnTo>
                  <a:lnTo>
                    <a:pt x="2661570" y="2715174"/>
                  </a:lnTo>
                  <a:lnTo>
                    <a:pt x="2661570" y="252958"/>
                  </a:lnTo>
                  <a:lnTo>
                    <a:pt x="2656267" y="202175"/>
                  </a:lnTo>
                  <a:lnTo>
                    <a:pt x="2641161" y="155563"/>
                  </a:lnTo>
                  <a:lnTo>
                    <a:pt x="2617461" y="114449"/>
                  </a:lnTo>
                  <a:lnTo>
                    <a:pt x="2586374" y="80162"/>
                  </a:lnTo>
                  <a:lnTo>
                    <a:pt x="2549110" y="54028"/>
                  </a:lnTo>
                  <a:lnTo>
                    <a:pt x="2506875" y="37374"/>
                  </a:lnTo>
                  <a:lnTo>
                    <a:pt x="2460878" y="31527"/>
                  </a:lnTo>
                  <a:lnTo>
                    <a:pt x="229267" y="31527"/>
                  </a:lnTo>
                  <a:lnTo>
                    <a:pt x="229267" y="15763"/>
                  </a:lnTo>
                  <a:lnTo>
                    <a:pt x="2460878" y="15763"/>
                  </a:lnTo>
                  <a:lnTo>
                    <a:pt x="2460878" y="0"/>
                  </a:lnTo>
                  <a:lnTo>
                    <a:pt x="2507074" y="5140"/>
                  </a:lnTo>
                  <a:lnTo>
                    <a:pt x="2550105" y="19883"/>
                  </a:lnTo>
                  <a:lnTo>
                    <a:pt x="2589049" y="43210"/>
                  </a:lnTo>
                  <a:lnTo>
                    <a:pt x="2622982" y="74103"/>
                  </a:lnTo>
                  <a:lnTo>
                    <a:pt x="2650981" y="111542"/>
                  </a:lnTo>
                  <a:lnTo>
                    <a:pt x="2672124" y="154510"/>
                  </a:lnTo>
                  <a:lnTo>
                    <a:pt x="2685486" y="201988"/>
                  </a:lnTo>
                  <a:lnTo>
                    <a:pt x="2690135" y="252958"/>
                  </a:lnTo>
                  <a:lnTo>
                    <a:pt x="2690135" y="2715174"/>
                  </a:lnTo>
                  <a:lnTo>
                    <a:pt x="2685503" y="2765957"/>
                  </a:lnTo>
                  <a:lnTo>
                    <a:pt x="2685486" y="2766143"/>
                  </a:lnTo>
                  <a:lnTo>
                    <a:pt x="2672124" y="2813621"/>
                  </a:lnTo>
                  <a:lnTo>
                    <a:pt x="2650981" y="2856589"/>
                  </a:lnTo>
                  <a:lnTo>
                    <a:pt x="2622982" y="2894028"/>
                  </a:lnTo>
                  <a:lnTo>
                    <a:pt x="2589049" y="2924921"/>
                  </a:lnTo>
                  <a:lnTo>
                    <a:pt x="2569543" y="2936604"/>
                  </a:lnTo>
                  <a:close/>
                </a:path>
                <a:path w="2690494" h="2966085">
                  <a:moveTo>
                    <a:pt x="2460878" y="2965803"/>
                  </a:moveTo>
                  <a:lnTo>
                    <a:pt x="229267" y="2965803"/>
                  </a:lnTo>
                  <a:lnTo>
                    <a:pt x="229267" y="2952368"/>
                  </a:lnTo>
                  <a:lnTo>
                    <a:pt x="2460878" y="2952368"/>
                  </a:lnTo>
                  <a:lnTo>
                    <a:pt x="2460878" y="2965803"/>
                  </a:lnTo>
                  <a:close/>
                </a:path>
                <a:path w="2690494" h="2966085">
                  <a:moveTo>
                    <a:pt x="2481802" y="2965803"/>
                  </a:moveTo>
                  <a:lnTo>
                    <a:pt x="2460878" y="2965803"/>
                  </a:lnTo>
                  <a:lnTo>
                    <a:pt x="2460878" y="2952368"/>
                  </a:lnTo>
                  <a:lnTo>
                    <a:pt x="2538078" y="2952368"/>
                  </a:lnTo>
                  <a:lnTo>
                    <a:pt x="2507074" y="2962991"/>
                  </a:lnTo>
                  <a:lnTo>
                    <a:pt x="2481802" y="2965803"/>
                  </a:lnTo>
                  <a:close/>
                </a:path>
              </a:pathLst>
            </a:custGeom>
            <a:solidFill>
              <a:srgbClr val="E6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95213" y="1397332"/>
            <a:ext cx="10347325" cy="207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65"/>
              </a:lnSpc>
              <a:spcBef>
                <a:spcPts val="100"/>
              </a:spcBef>
            </a:pPr>
            <a:r>
              <a:rPr sz="4800" dirty="0"/>
              <a:t>Project</a:t>
            </a:r>
            <a:r>
              <a:rPr sz="4800" spc="-50" dirty="0"/>
              <a:t> </a:t>
            </a:r>
            <a:r>
              <a:rPr sz="4800" dirty="0"/>
              <a:t>Title</a:t>
            </a:r>
            <a:r>
              <a:rPr sz="4800" spc="-50" dirty="0"/>
              <a:t> :</a:t>
            </a:r>
            <a:endParaRPr sz="4800" dirty="0"/>
          </a:p>
          <a:p>
            <a:pPr marL="12700" marR="5080">
              <a:lnSpc>
                <a:spcPts val="5180"/>
              </a:lnSpc>
              <a:spcBef>
                <a:spcPts val="360"/>
              </a:spcBef>
            </a:pPr>
            <a:r>
              <a:rPr sz="4800" dirty="0">
                <a:solidFill>
                  <a:srgbClr val="000000"/>
                </a:solidFill>
              </a:rPr>
              <a:t>PestGuard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AI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–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Smart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Pest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Early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spc="-10" dirty="0">
                <a:solidFill>
                  <a:srgbClr val="000000"/>
                </a:solidFill>
              </a:rPr>
              <a:t>Warning System</a:t>
            </a:r>
            <a:endParaRPr sz="4800" dirty="0"/>
          </a:p>
        </p:txBody>
      </p:sp>
      <p:sp>
        <p:nvSpPr>
          <p:cNvPr id="20" name="object 20"/>
          <p:cNvSpPr txBox="1"/>
          <p:nvPr/>
        </p:nvSpPr>
        <p:spPr>
          <a:xfrm>
            <a:off x="3995649" y="4495339"/>
            <a:ext cx="1922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03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43012" y="4205389"/>
            <a:ext cx="3700779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926465" marR="5080" indent="-914400">
              <a:lnSpc>
                <a:spcPts val="2850"/>
              </a:lnSpc>
              <a:spcBef>
                <a:spcPts val="219"/>
              </a:spcBef>
              <a:tabLst>
                <a:tab pos="2722245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Lead,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Mitali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Kishor </a:t>
            </a:r>
            <a:r>
              <a:rPr sz="2400" b="1" dirty="0">
                <a:latin typeface="Arial"/>
                <a:cs typeface="Arial"/>
              </a:rPr>
              <a:t>Jadhav, </a:t>
            </a:r>
            <a:r>
              <a:rPr sz="2400" b="1" spc="-25" dirty="0">
                <a:latin typeface="Arial"/>
                <a:cs typeface="Arial"/>
              </a:rPr>
              <a:t>CSE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03735" y="8734912"/>
            <a:ext cx="350647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00150" marR="5080" indent="-1188085">
              <a:lnSpc>
                <a:spcPts val="2100"/>
              </a:lnSpc>
              <a:spcBef>
                <a:spcPts val="219"/>
              </a:spcBef>
            </a:pPr>
            <a:r>
              <a:rPr sz="1800" b="1" dirty="0">
                <a:latin typeface="Arial"/>
                <a:cs typeface="Arial"/>
              </a:rPr>
              <a:t>Deccan Education Society </a:t>
            </a:r>
            <a:r>
              <a:rPr sz="1800" b="1" spc="-20" dirty="0">
                <a:latin typeface="Arial"/>
                <a:cs typeface="Arial"/>
              </a:rPr>
              <a:t>Pune </a:t>
            </a:r>
            <a:r>
              <a:rPr sz="1800" b="1" spc="-10" dirty="0">
                <a:latin typeface="Arial"/>
                <a:cs typeface="Arial"/>
              </a:rPr>
              <a:t>University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03740" y="8338659"/>
            <a:ext cx="1888489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2555" marR="5080" indent="-110489">
              <a:lnSpc>
                <a:spcPts val="2850"/>
              </a:lnSpc>
              <a:spcBef>
                <a:spcPts val="219"/>
              </a:spcBef>
            </a:pPr>
            <a:r>
              <a:rPr sz="2400" b="1" dirty="0">
                <a:latin typeface="Arial"/>
                <a:cs typeface="Arial"/>
              </a:rPr>
              <a:t>Yash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Govind </a:t>
            </a:r>
            <a:r>
              <a:rPr sz="2400" b="1" dirty="0">
                <a:latin typeface="Arial"/>
                <a:cs typeface="Arial"/>
              </a:rPr>
              <a:t>Rathi,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921982" y="8358324"/>
            <a:ext cx="2647950" cy="7340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205740">
              <a:lnSpc>
                <a:spcPct val="100499"/>
              </a:lnSpc>
              <a:spcBef>
                <a:spcPts val="120"/>
              </a:spcBef>
            </a:pPr>
            <a:r>
              <a:rPr sz="2300" b="1" dirty="0">
                <a:latin typeface="Arial"/>
                <a:cs typeface="Arial"/>
              </a:rPr>
              <a:t>Soumya</a:t>
            </a:r>
            <a:r>
              <a:rPr sz="2300" b="1" spc="9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Sachin </a:t>
            </a:r>
            <a:r>
              <a:rPr sz="2300" b="1" dirty="0">
                <a:latin typeface="Arial"/>
                <a:cs typeface="Arial"/>
              </a:rPr>
              <a:t>Patharwalkar,</a:t>
            </a:r>
            <a:r>
              <a:rPr sz="2300" b="1" spc="155" dirty="0">
                <a:latin typeface="Arial"/>
                <a:cs typeface="Arial"/>
              </a:rPr>
              <a:t> </a:t>
            </a:r>
            <a:r>
              <a:rPr sz="2300" b="1" spc="-25" dirty="0">
                <a:latin typeface="Arial"/>
                <a:cs typeface="Arial"/>
              </a:rPr>
              <a:t>CSE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252" y="1682797"/>
            <a:ext cx="15066010" cy="593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AI-Based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Crop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Detection</a:t>
            </a:r>
            <a:r>
              <a:rPr sz="3000" b="1" spc="-10" dirty="0">
                <a:latin typeface="Calibri"/>
                <a:cs typeface="Calibri"/>
              </a:rPr>
              <a:t> System</a:t>
            </a:r>
            <a:endParaRPr sz="3000" dirty="0">
              <a:latin typeface="Calibri"/>
              <a:cs typeface="Calibri"/>
            </a:endParaRPr>
          </a:p>
          <a:p>
            <a:pPr marL="45085" marR="5080">
              <a:lnSpc>
                <a:spcPct val="100000"/>
              </a:lnSpc>
              <a:spcBef>
                <a:spcPts val="3575"/>
              </a:spcBef>
            </a:pP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Challenge: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Farmers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face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significant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losses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due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inefficiencies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identification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dirty="0">
                <a:latin typeface="Calibri"/>
                <a:cs typeface="Calibri"/>
              </a:rPr>
              <a:t>monitoring,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mainly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caused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by:</a:t>
            </a:r>
            <a:endParaRPr sz="3000" dirty="0">
              <a:latin typeface="Calibri"/>
              <a:cs typeface="Calibri"/>
            </a:endParaRPr>
          </a:p>
          <a:p>
            <a:pPr marL="1475105" indent="-326390">
              <a:lnSpc>
                <a:spcPct val="100000"/>
              </a:lnSpc>
              <a:spcBef>
                <a:spcPts val="3600"/>
              </a:spcBef>
              <a:buFont typeface="Calibri"/>
              <a:buAutoNum type="arabicPeriod"/>
              <a:tabLst>
                <a:tab pos="1475105" algn="l"/>
              </a:tabLst>
            </a:pPr>
            <a:r>
              <a:rPr sz="3000" b="1" dirty="0">
                <a:latin typeface="Calibri"/>
                <a:cs typeface="Calibri"/>
              </a:rPr>
              <a:t>Delayed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detection</a:t>
            </a:r>
            <a:endParaRPr sz="3000" dirty="0">
              <a:latin typeface="Calibri"/>
              <a:cs typeface="Calibri"/>
            </a:endParaRPr>
          </a:p>
          <a:p>
            <a:pPr marL="1475105" indent="-326390">
              <a:lnSpc>
                <a:spcPct val="100000"/>
              </a:lnSpc>
              <a:spcBef>
                <a:spcPts val="835"/>
              </a:spcBef>
              <a:buFont typeface="Calibri"/>
              <a:buAutoNum type="arabicPeriod"/>
              <a:tabLst>
                <a:tab pos="1475105" algn="l"/>
              </a:tabLst>
            </a:pPr>
            <a:r>
              <a:rPr sz="3000" b="1" dirty="0">
                <a:latin typeface="Calibri"/>
                <a:cs typeface="Calibri"/>
              </a:rPr>
              <a:t>Manual identification </a:t>
            </a:r>
            <a:r>
              <a:rPr sz="3000" b="1" spc="-10" dirty="0">
                <a:latin typeface="Calibri"/>
                <a:cs typeface="Calibri"/>
              </a:rPr>
              <a:t>limitations</a:t>
            </a:r>
            <a:endParaRPr sz="3000" dirty="0">
              <a:latin typeface="Calibri"/>
              <a:cs typeface="Calibri"/>
            </a:endParaRPr>
          </a:p>
          <a:p>
            <a:pPr marL="1475105" indent="-326390">
              <a:lnSpc>
                <a:spcPct val="100000"/>
              </a:lnSpc>
              <a:spcBef>
                <a:spcPts val="825"/>
              </a:spcBef>
              <a:buFont typeface="Calibri"/>
              <a:buAutoNum type="arabicPeriod"/>
              <a:tabLst>
                <a:tab pos="1475105" algn="l"/>
              </a:tabLst>
            </a:pPr>
            <a:r>
              <a:rPr sz="3000" b="1" dirty="0">
                <a:latin typeface="Calibri"/>
                <a:cs typeface="Calibri"/>
              </a:rPr>
              <a:t>Limited expert </a:t>
            </a:r>
            <a:r>
              <a:rPr sz="3000" b="1" spc="-10" dirty="0">
                <a:latin typeface="Calibri"/>
                <a:cs typeface="Calibri"/>
              </a:rPr>
              <a:t>access</a:t>
            </a:r>
            <a:endParaRPr sz="3000" dirty="0">
              <a:latin typeface="Calibri"/>
              <a:cs typeface="Calibri"/>
            </a:endParaRPr>
          </a:p>
          <a:p>
            <a:pPr marL="1475105" indent="-326390">
              <a:lnSpc>
                <a:spcPct val="100000"/>
              </a:lnSpc>
              <a:spcBef>
                <a:spcPts val="955"/>
              </a:spcBef>
              <a:buFont typeface="Calibri"/>
              <a:buAutoNum type="arabicPeriod"/>
              <a:tabLst>
                <a:tab pos="1475105" algn="l"/>
              </a:tabLst>
            </a:pPr>
            <a:r>
              <a:rPr sz="3000" b="1" dirty="0">
                <a:latin typeface="Calibri"/>
                <a:cs typeface="Calibri"/>
              </a:rPr>
              <a:t>Crop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yield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financial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loss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3000" dirty="0">
              <a:latin typeface="Calibri"/>
              <a:cs typeface="Calibri"/>
            </a:endParaRPr>
          </a:p>
          <a:p>
            <a:pPr marL="102235" marR="305435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Without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fast,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accurate,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easily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accessible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detection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solution,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farmers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struggle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20" dirty="0">
                <a:latin typeface="Calibri"/>
                <a:cs typeface="Calibri"/>
              </a:rPr>
              <a:t> take </a:t>
            </a:r>
            <a:r>
              <a:rPr sz="3000" dirty="0">
                <a:latin typeface="Calibri"/>
                <a:cs typeface="Calibri"/>
              </a:rPr>
              <a:t>timely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preventive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action,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resulting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avoidable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damage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lower</a:t>
            </a:r>
            <a:r>
              <a:rPr sz="3000" spc="-10" dirty="0">
                <a:latin typeface="Calibri"/>
                <a:cs typeface="Calibri"/>
              </a:rPr>
              <a:t> productivity.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955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Problem</a:t>
            </a:r>
            <a:r>
              <a:rPr sz="4800" spc="-55" dirty="0"/>
              <a:t> </a:t>
            </a:r>
            <a:r>
              <a:rPr sz="4800" spc="-10" dirty="0"/>
              <a:t>Statement</a:t>
            </a:r>
            <a:endParaRPr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1552" y="2568449"/>
            <a:ext cx="8743949" cy="5829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955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Why</a:t>
            </a:r>
            <a:r>
              <a:rPr sz="4800" spc="-45" dirty="0"/>
              <a:t> </a:t>
            </a:r>
            <a:r>
              <a:rPr sz="4800" dirty="0"/>
              <a:t>This</a:t>
            </a:r>
            <a:r>
              <a:rPr sz="4800" spc="-45" dirty="0"/>
              <a:t> </a:t>
            </a:r>
            <a:r>
              <a:rPr sz="4800" dirty="0"/>
              <a:t>Project</a:t>
            </a:r>
            <a:r>
              <a:rPr sz="4800" spc="-45" dirty="0"/>
              <a:t> </a:t>
            </a:r>
            <a:r>
              <a:rPr sz="4800" dirty="0"/>
              <a:t>Matters</a:t>
            </a:r>
            <a:r>
              <a:rPr sz="4800" spc="-45" dirty="0"/>
              <a:t> </a:t>
            </a:r>
            <a:r>
              <a:rPr sz="4800" dirty="0"/>
              <a:t>&amp;</a:t>
            </a:r>
            <a:r>
              <a:rPr sz="4800" spc="-45" dirty="0"/>
              <a:t> </a:t>
            </a:r>
            <a:r>
              <a:rPr sz="4800" dirty="0"/>
              <a:t>Who</a:t>
            </a:r>
            <a:r>
              <a:rPr sz="4800" spc="-45" dirty="0"/>
              <a:t> </a:t>
            </a:r>
            <a:r>
              <a:rPr sz="4800" dirty="0"/>
              <a:t>It</a:t>
            </a:r>
            <a:r>
              <a:rPr sz="4800" spc="-45" dirty="0"/>
              <a:t> </a:t>
            </a:r>
            <a:r>
              <a:rPr sz="4800" spc="-10" dirty="0"/>
              <a:t>Serves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marR="5080" indent="-326390">
              <a:lnSpc>
                <a:spcPct val="100000"/>
              </a:lnSpc>
              <a:spcBef>
                <a:spcPts val="100"/>
              </a:spcBef>
              <a:buFont typeface="Calibri"/>
              <a:buAutoNum type="arabicPeriod"/>
              <a:tabLst>
                <a:tab pos="339725" algn="l"/>
              </a:tabLst>
            </a:pPr>
            <a:r>
              <a:rPr dirty="0"/>
              <a:t>Early</a:t>
            </a:r>
            <a:r>
              <a:rPr spc="-65" dirty="0"/>
              <a:t> </a:t>
            </a:r>
            <a:r>
              <a:rPr dirty="0"/>
              <a:t>pest</a:t>
            </a:r>
            <a:r>
              <a:rPr spc="-65" dirty="0"/>
              <a:t> </a:t>
            </a:r>
            <a:r>
              <a:rPr dirty="0"/>
              <a:t>detection</a:t>
            </a:r>
            <a:r>
              <a:rPr spc="-65" dirty="0"/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essential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prevent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major 	</a:t>
            </a:r>
            <a:r>
              <a:rPr b="0" dirty="0">
                <a:latin typeface="Calibri"/>
                <a:cs typeface="Calibri"/>
              </a:rPr>
              <a:t>crop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damage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reduce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yield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loss.</a:t>
            </a:r>
          </a:p>
          <a:p>
            <a:pPr marL="338455" marR="387985" indent="-326390">
              <a:lnSpc>
                <a:spcPct val="100000"/>
              </a:lnSpc>
              <a:spcBef>
                <a:spcPts val="3600"/>
              </a:spcBef>
              <a:buAutoNum type="arabicPeriod"/>
              <a:tabLst>
                <a:tab pos="339725" algn="l"/>
              </a:tabLst>
            </a:pPr>
            <a:r>
              <a:rPr b="0" dirty="0">
                <a:latin typeface="Calibri"/>
                <a:cs typeface="Calibri"/>
              </a:rPr>
              <a:t>Farmers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often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dirty="0"/>
              <a:t>lack</a:t>
            </a:r>
            <a:r>
              <a:rPr spc="-35" dirty="0"/>
              <a:t> </a:t>
            </a:r>
            <a:r>
              <a:rPr dirty="0"/>
              <a:t>quick</a:t>
            </a:r>
            <a:r>
              <a:rPr spc="-35" dirty="0"/>
              <a:t> </a:t>
            </a:r>
            <a:r>
              <a:rPr dirty="0"/>
              <a:t>access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agricultural 	</a:t>
            </a:r>
            <a:r>
              <a:rPr dirty="0"/>
              <a:t>experts</a:t>
            </a:r>
            <a:r>
              <a:rPr spc="-85" dirty="0"/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accurate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pest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identification.</a:t>
            </a:r>
          </a:p>
          <a:p>
            <a:pPr marL="338455" marR="939165" indent="-326390">
              <a:lnSpc>
                <a:spcPct val="100000"/>
              </a:lnSpc>
              <a:spcBef>
                <a:spcPts val="3600"/>
              </a:spcBef>
              <a:buAutoNum type="arabicPeriod"/>
              <a:tabLst>
                <a:tab pos="339725" algn="l"/>
              </a:tabLst>
            </a:pPr>
            <a:r>
              <a:rPr b="0" dirty="0">
                <a:latin typeface="Calibri"/>
                <a:cs typeface="Calibri"/>
              </a:rPr>
              <a:t>Delayed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or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dirty="0"/>
              <a:t>incorrect</a:t>
            </a:r>
            <a:r>
              <a:rPr spc="-50" dirty="0"/>
              <a:t> </a:t>
            </a:r>
            <a:r>
              <a:rPr spc="-10" dirty="0"/>
              <a:t>identification</a:t>
            </a:r>
            <a:r>
              <a:rPr spc="-45" dirty="0"/>
              <a:t> </a:t>
            </a:r>
            <a:r>
              <a:rPr b="0" dirty="0">
                <a:latin typeface="Calibri"/>
                <a:cs typeface="Calibri"/>
              </a:rPr>
              <a:t>leads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to 	</a:t>
            </a:r>
            <a:r>
              <a:rPr b="0" dirty="0">
                <a:latin typeface="Calibri"/>
                <a:cs typeface="Calibri"/>
              </a:rPr>
              <a:t>improper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pesticide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usage.</a:t>
            </a:r>
          </a:p>
          <a:p>
            <a:pPr marL="338455" marR="410209" indent="-326390">
              <a:lnSpc>
                <a:spcPct val="100000"/>
              </a:lnSpc>
              <a:spcBef>
                <a:spcPts val="3600"/>
              </a:spcBef>
              <a:buFont typeface="Calibri"/>
              <a:buAutoNum type="arabicPeriod"/>
              <a:tabLst>
                <a:tab pos="339725" algn="l"/>
              </a:tabLst>
            </a:pPr>
            <a:r>
              <a:rPr spc="-10" dirty="0"/>
              <a:t>Excessive</a:t>
            </a:r>
            <a:r>
              <a:rPr spc="-60" dirty="0"/>
              <a:t> </a:t>
            </a:r>
            <a:r>
              <a:rPr dirty="0"/>
              <a:t>or</a:t>
            </a:r>
            <a:r>
              <a:rPr spc="-55" dirty="0"/>
              <a:t> </a:t>
            </a:r>
            <a:r>
              <a:rPr dirty="0"/>
              <a:t>wrong</a:t>
            </a:r>
            <a:r>
              <a:rPr spc="-55" dirty="0"/>
              <a:t> </a:t>
            </a:r>
            <a:r>
              <a:rPr dirty="0"/>
              <a:t>pesticide</a:t>
            </a:r>
            <a:r>
              <a:rPr spc="-60" dirty="0"/>
              <a:t> </a:t>
            </a:r>
            <a:r>
              <a:rPr b="0" dirty="0">
                <a:latin typeface="Calibri"/>
                <a:cs typeface="Calibri"/>
              </a:rPr>
              <a:t>use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harms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crops, 	</a:t>
            </a:r>
            <a:r>
              <a:rPr b="0" dirty="0">
                <a:latin typeface="Calibri"/>
                <a:cs typeface="Calibri"/>
              </a:rPr>
              <a:t>soil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health,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10" dirty="0">
                <a:latin typeface="Calibri"/>
                <a:cs typeface="Calibri"/>
              </a:rPr>
              <a:t> environment.</a:t>
            </a:r>
          </a:p>
          <a:p>
            <a:pPr marL="339090" indent="-326390">
              <a:lnSpc>
                <a:spcPct val="100000"/>
              </a:lnSpc>
              <a:spcBef>
                <a:spcPts val="3600"/>
              </a:spcBef>
              <a:buAutoNum type="arabicPeriod"/>
              <a:tabLst>
                <a:tab pos="339090" algn="l"/>
              </a:tabLst>
            </a:pPr>
            <a:r>
              <a:rPr b="0" dirty="0">
                <a:latin typeface="Calibri"/>
                <a:cs typeface="Calibri"/>
              </a:rPr>
              <a:t>Farmers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other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users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need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fast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reliable</a:t>
            </a:r>
          </a:p>
          <a:p>
            <a:pPr marL="339725">
              <a:lnSpc>
                <a:spcPct val="100000"/>
              </a:lnSpc>
            </a:pPr>
            <a:r>
              <a:rPr dirty="0"/>
              <a:t>AI-based</a:t>
            </a:r>
            <a:r>
              <a:rPr spc="-20" dirty="0"/>
              <a:t> </a:t>
            </a:r>
            <a:r>
              <a:rPr dirty="0"/>
              <a:t>pest</a:t>
            </a:r>
            <a:r>
              <a:rPr spc="-20" dirty="0"/>
              <a:t> </a:t>
            </a:r>
            <a:r>
              <a:rPr dirty="0"/>
              <a:t>detection</a:t>
            </a:r>
            <a:r>
              <a:rPr spc="-15" dirty="0"/>
              <a:t> </a:t>
            </a:r>
            <a:r>
              <a:rPr spc="-10" dirty="0"/>
              <a:t>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1310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The</a:t>
            </a:r>
            <a:r>
              <a:rPr sz="4800" spc="-40" dirty="0"/>
              <a:t> </a:t>
            </a:r>
            <a:r>
              <a:rPr sz="4800" dirty="0"/>
              <a:t>Solution</a:t>
            </a:r>
            <a:r>
              <a:rPr sz="4800" spc="-40" dirty="0"/>
              <a:t> </a:t>
            </a:r>
            <a:r>
              <a:rPr sz="4800" spc="-10" dirty="0"/>
              <a:t>Proposed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112309" y="2310757"/>
            <a:ext cx="5577205" cy="49593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37820" marR="196850" indent="-325755">
              <a:lnSpc>
                <a:spcPts val="3529"/>
              </a:lnSpc>
              <a:spcBef>
                <a:spcPts val="275"/>
              </a:spcBef>
              <a:buFont typeface="Calibri"/>
              <a:buAutoNum type="arabicPeriod"/>
              <a:tabLst>
                <a:tab pos="339725" algn="l"/>
              </a:tabLst>
            </a:pPr>
            <a:r>
              <a:rPr sz="3000" b="1" spc="-10" dirty="0">
                <a:latin typeface="Calibri"/>
                <a:cs typeface="Calibri"/>
              </a:rPr>
              <a:t>AI-Powered</a:t>
            </a:r>
            <a:r>
              <a:rPr sz="3000" b="1" spc="-1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</a:t>
            </a:r>
            <a:r>
              <a:rPr sz="3000" b="1" spc="-1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Detection</a:t>
            </a:r>
            <a:r>
              <a:rPr sz="3000" b="1" spc="-1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Web 	</a:t>
            </a:r>
            <a:r>
              <a:rPr sz="3000" spc="-10" dirty="0">
                <a:latin typeface="Calibri"/>
                <a:cs typeface="Calibri"/>
              </a:rPr>
              <a:t>Application</a:t>
            </a:r>
            <a:endParaRPr sz="30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3340"/>
              </a:spcBef>
              <a:buFont typeface="Calibri"/>
              <a:buAutoNum type="arabicPeriod"/>
              <a:tabLst>
                <a:tab pos="338455" algn="l"/>
              </a:tabLst>
            </a:pPr>
            <a:r>
              <a:rPr sz="3000" b="1" dirty="0">
                <a:latin typeface="Calibri"/>
                <a:cs typeface="Calibri"/>
              </a:rPr>
              <a:t>Upload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/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capture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image</a:t>
            </a:r>
            <a:endParaRPr sz="30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3450"/>
              </a:spcBef>
              <a:buAutoNum type="arabicPeriod"/>
              <a:tabLst>
                <a:tab pos="338455" algn="l"/>
              </a:tabLst>
            </a:pPr>
            <a:r>
              <a:rPr sz="3000" dirty="0">
                <a:latin typeface="Calibri"/>
                <a:cs typeface="Calibri"/>
              </a:rPr>
              <a:t>AI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model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detects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&amp;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risk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level</a:t>
            </a:r>
            <a:endParaRPr sz="3000">
              <a:latin typeface="Calibri"/>
              <a:cs typeface="Calibri"/>
            </a:endParaRPr>
          </a:p>
          <a:p>
            <a:pPr marL="12700" marR="424180" indent="325755">
              <a:lnSpc>
                <a:spcPct val="195800"/>
              </a:lnSpc>
              <a:buFont typeface="Calibri"/>
              <a:buAutoNum type="arabicPeriod"/>
              <a:tabLst>
                <a:tab pos="338455" algn="l"/>
              </a:tabLst>
            </a:pPr>
            <a:r>
              <a:rPr sz="3000" b="1" dirty="0">
                <a:latin typeface="Calibri"/>
                <a:cs typeface="Calibri"/>
              </a:rPr>
              <a:t>Instant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results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dashboard</a:t>
            </a:r>
            <a:r>
              <a:rPr sz="3000" spc="75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5.</a:t>
            </a:r>
            <a:r>
              <a:rPr sz="3000" spc="-3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Actionable</a:t>
            </a:r>
            <a:r>
              <a:rPr sz="3000" b="1" spc="-1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insights</a:t>
            </a:r>
            <a:r>
              <a:rPr sz="3000" b="1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farmers</a:t>
            </a:r>
            <a:endParaRPr sz="3000">
              <a:latin typeface="Calibri"/>
              <a:cs typeface="Calibri"/>
            </a:endParaRPr>
          </a:p>
          <a:p>
            <a:pPr marL="339725">
              <a:lnSpc>
                <a:spcPts val="3525"/>
              </a:lnSpc>
            </a:pPr>
            <a:r>
              <a:rPr sz="3000" dirty="0">
                <a:latin typeface="Calibri"/>
                <a:cs typeface="Calibri"/>
              </a:rPr>
              <a:t>and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users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5428" y="2511156"/>
            <a:ext cx="10531163" cy="5274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5237" y="2267643"/>
            <a:ext cx="11059033" cy="48880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6774" y="765730"/>
            <a:ext cx="7344409" cy="14808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259"/>
              </a:spcBef>
            </a:pPr>
            <a:r>
              <a:rPr sz="4800" spc="-25" dirty="0"/>
              <a:t>AI-</a:t>
            </a:r>
            <a:r>
              <a:rPr sz="4800" dirty="0"/>
              <a:t>Driven</a:t>
            </a:r>
            <a:r>
              <a:rPr sz="4800" spc="-40" dirty="0"/>
              <a:t> </a:t>
            </a:r>
            <a:r>
              <a:rPr sz="4800" dirty="0"/>
              <a:t>Pest</a:t>
            </a:r>
            <a:r>
              <a:rPr sz="4800" spc="-35" dirty="0"/>
              <a:t> </a:t>
            </a:r>
            <a:r>
              <a:rPr sz="4800" spc="-10" dirty="0"/>
              <a:t>Management: </a:t>
            </a:r>
            <a:r>
              <a:rPr sz="4800" dirty="0"/>
              <a:t>Value</a:t>
            </a:r>
            <a:r>
              <a:rPr sz="4800" spc="-40" dirty="0"/>
              <a:t> </a:t>
            </a:r>
            <a:r>
              <a:rPr sz="4800" dirty="0"/>
              <a:t>at</a:t>
            </a:r>
            <a:r>
              <a:rPr sz="4800" spc="-35" dirty="0"/>
              <a:t> </a:t>
            </a:r>
            <a:r>
              <a:rPr sz="4800" dirty="0"/>
              <a:t>a</a:t>
            </a:r>
            <a:r>
              <a:rPr sz="4800" spc="-40" dirty="0"/>
              <a:t> </a:t>
            </a:r>
            <a:r>
              <a:rPr sz="4800" spc="-10" dirty="0"/>
              <a:t>Glance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791882" y="7359650"/>
            <a:ext cx="730186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Smart.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Fast.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30" dirty="0">
                <a:latin typeface="Calibri"/>
                <a:cs typeface="Calibri"/>
              </a:rPr>
              <a:t>Farmer-</a:t>
            </a:r>
            <a:r>
              <a:rPr sz="3000" b="1" spc="-10" dirty="0">
                <a:latin typeface="Calibri"/>
                <a:cs typeface="Calibri"/>
              </a:rPr>
              <a:t>Friendly.</a:t>
            </a:r>
            <a:endParaRPr sz="3000">
              <a:latin typeface="Calibri"/>
              <a:cs typeface="Calibri"/>
            </a:endParaRPr>
          </a:p>
          <a:p>
            <a:pPr marL="287655" indent="-274955">
              <a:lnSpc>
                <a:spcPct val="100000"/>
              </a:lnSpc>
              <a:buFont typeface="Calibri"/>
              <a:buChar char="•"/>
              <a:tabLst>
                <a:tab pos="287655" algn="l"/>
              </a:tabLst>
            </a:pPr>
            <a:r>
              <a:rPr sz="3000" dirty="0">
                <a:latin typeface="Calibri"/>
                <a:cs typeface="Calibri"/>
              </a:rPr>
              <a:t>Detects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  <a:p>
            <a:pPr marL="287655" indent="-274955">
              <a:lnSpc>
                <a:spcPct val="100000"/>
              </a:lnSpc>
              <a:buChar char="•"/>
              <a:tabLst>
                <a:tab pos="287655" algn="l"/>
              </a:tabLst>
            </a:pPr>
            <a:r>
              <a:rPr sz="3000" dirty="0">
                <a:latin typeface="Calibri"/>
                <a:cs typeface="Calibri"/>
              </a:rPr>
              <a:t>Delivers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instant,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reliable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insights</a:t>
            </a:r>
            <a:endParaRPr sz="3000">
              <a:latin typeface="Calibri"/>
              <a:cs typeface="Calibri"/>
            </a:endParaRPr>
          </a:p>
          <a:p>
            <a:pPr marL="287655" indent="-274955">
              <a:lnSpc>
                <a:spcPct val="100000"/>
              </a:lnSpc>
              <a:buChar char="•"/>
              <a:tabLst>
                <a:tab pos="287655" algn="l"/>
              </a:tabLst>
            </a:pPr>
            <a:r>
              <a:rPr sz="3000" dirty="0">
                <a:latin typeface="Calibri"/>
                <a:cs typeface="Calibri"/>
              </a:rPr>
              <a:t>Designed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farmers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non-technical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users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934" y="2191214"/>
            <a:ext cx="13735049" cy="61817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0548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THE</a:t>
            </a:r>
            <a:r>
              <a:rPr sz="4800" spc="-55" dirty="0"/>
              <a:t> </a:t>
            </a:r>
            <a:r>
              <a:rPr sz="4800" dirty="0"/>
              <a:t>WOW</a:t>
            </a:r>
            <a:r>
              <a:rPr sz="4800" spc="-55" dirty="0"/>
              <a:t> </a:t>
            </a:r>
            <a:r>
              <a:rPr sz="4800" dirty="0"/>
              <a:t>IN</a:t>
            </a:r>
            <a:r>
              <a:rPr sz="4800" spc="-50" dirty="0"/>
              <a:t> </a:t>
            </a:r>
            <a:r>
              <a:rPr sz="4800" dirty="0"/>
              <a:t>YOUR</a:t>
            </a:r>
            <a:r>
              <a:rPr sz="4800" spc="-55" dirty="0"/>
              <a:t> </a:t>
            </a:r>
            <a:r>
              <a:rPr sz="4800" spc="-10" dirty="0"/>
              <a:t>SOLUTION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8967" y="1464982"/>
            <a:ext cx="11763039" cy="83154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955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Technical</a:t>
            </a:r>
            <a:r>
              <a:rPr sz="4800" spc="-85" dirty="0"/>
              <a:t> </a:t>
            </a:r>
            <a:r>
              <a:rPr sz="4800" dirty="0"/>
              <a:t>flow</a:t>
            </a:r>
            <a:r>
              <a:rPr sz="4800" spc="-80" dirty="0"/>
              <a:t> </a:t>
            </a:r>
            <a:r>
              <a:rPr sz="4800" dirty="0"/>
              <a:t>diagram</a:t>
            </a:r>
            <a:r>
              <a:rPr sz="4800" spc="-80" dirty="0"/>
              <a:t> </a:t>
            </a:r>
            <a:r>
              <a:rPr sz="4800" spc="-50" dirty="0"/>
              <a:t>-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614" y="1597485"/>
            <a:ext cx="12839699" cy="423862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955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Neural</a:t>
            </a:r>
            <a:r>
              <a:rPr sz="4800" spc="-95" dirty="0"/>
              <a:t> </a:t>
            </a:r>
            <a:r>
              <a:rPr sz="4800" dirty="0"/>
              <a:t>Network</a:t>
            </a:r>
            <a:r>
              <a:rPr sz="4800" spc="-95" dirty="0"/>
              <a:t> </a:t>
            </a:r>
            <a:r>
              <a:rPr sz="4800" spc="-10" dirty="0"/>
              <a:t>Architecture</a:t>
            </a:r>
            <a:endParaRPr sz="48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41450"/>
              </p:ext>
            </p:extLst>
          </p:nvPr>
        </p:nvGraphicFramePr>
        <p:xfrm>
          <a:off x="703339" y="6057900"/>
          <a:ext cx="16383000" cy="370539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276600"/>
                <a:gridCol w="2819400"/>
                <a:gridCol w="2743200"/>
                <a:gridCol w="2971800"/>
                <a:gridCol w="4572000"/>
              </a:tblGrid>
              <a:tr h="477982">
                <a:tc>
                  <a:txBody>
                    <a:bodyPr/>
                    <a:lstStyle/>
                    <a:p>
                      <a:r>
                        <a:rPr lang="en-IN" sz="3000" b="1" dirty="0"/>
                        <a:t>Model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/>
                        <a:t>Precision (%)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/>
                        <a:t>Recall (%)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/>
                        <a:t>Confidence (%)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/>
                        <a:t>Key Advantage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74618">
                <a:tc>
                  <a:txBody>
                    <a:bodyPr/>
                    <a:lstStyle/>
                    <a:p>
                      <a:r>
                        <a:rPr lang="en-IN" sz="3000" dirty="0"/>
                        <a:t>InceptionResNetV2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98.5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98.1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99.0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Highest accuracy, multi-scale + residual learning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lang="en-IN" sz="3000" dirty="0"/>
                        <a:t>ResNet50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/>
                        <a:t>96.9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96.4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97.2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Strong baseline, stable training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lang="en-IN" sz="3000"/>
                        <a:t>MobileNetV2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/>
                        <a:t>94.2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/>
                        <a:t>93.8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/>
                        <a:t>95.0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Lightweight, fast inference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636" y="1566081"/>
            <a:ext cx="14219187" cy="7905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6774" y="765635"/>
            <a:ext cx="4758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4460" algn="l"/>
              </a:tabLst>
            </a:pPr>
            <a:r>
              <a:rPr sz="4800" spc="-10" dirty="0"/>
              <a:t>Workflow</a:t>
            </a:r>
            <a:r>
              <a:rPr sz="4800" dirty="0"/>
              <a:t>	</a:t>
            </a:r>
            <a:r>
              <a:rPr sz="4800" spc="-10" dirty="0"/>
              <a:t>diagram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2552" y="311870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1270"/>
                </a:moveTo>
                <a:lnTo>
                  <a:pt x="39890" y="1270"/>
                </a:lnTo>
                <a:lnTo>
                  <a:pt x="39890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35434" y="31199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78302" y="311997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560" y="71120"/>
                </a:lnTo>
                <a:lnTo>
                  <a:pt x="39560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1183" y="31212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64060" y="31212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06787" y="312124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577" y="0"/>
                </a:moveTo>
                <a:lnTo>
                  <a:pt x="139" y="0"/>
                </a:lnTo>
                <a:lnTo>
                  <a:pt x="139" y="71120"/>
                </a:lnTo>
                <a:lnTo>
                  <a:pt x="0" y="7112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71120"/>
                </a:lnTo>
                <a:lnTo>
                  <a:pt x="71577" y="71120"/>
                </a:lnTo>
                <a:lnTo>
                  <a:pt x="7157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49809" y="31224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92686" y="31224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35552" y="312251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437" y="1270"/>
                </a:moveTo>
                <a:lnTo>
                  <a:pt x="39852" y="1270"/>
                </a:lnTo>
                <a:lnTo>
                  <a:pt x="39852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8435" y="31237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21302" y="312378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611" y="71120"/>
                </a:lnTo>
                <a:lnTo>
                  <a:pt x="39611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64183" y="312503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07060" y="312503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49787" y="312505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577" y="0"/>
                </a:moveTo>
                <a:lnTo>
                  <a:pt x="139" y="0"/>
                </a:lnTo>
                <a:lnTo>
                  <a:pt x="139" y="71120"/>
                </a:lnTo>
                <a:lnTo>
                  <a:pt x="0" y="7112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71120"/>
                </a:lnTo>
                <a:lnTo>
                  <a:pt x="71577" y="71120"/>
                </a:lnTo>
                <a:lnTo>
                  <a:pt x="7157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92809" y="312630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35686" y="312630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78552" y="312632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437" y="1270"/>
                </a:moveTo>
                <a:lnTo>
                  <a:pt x="39903" y="1270"/>
                </a:lnTo>
                <a:lnTo>
                  <a:pt x="39903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21435" y="312757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64302" y="312759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560" y="71120"/>
                </a:lnTo>
                <a:lnTo>
                  <a:pt x="39560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07183" y="312884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50060" y="312884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2792" y="3128849"/>
            <a:ext cx="71583" cy="72390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835809" y="313011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78686" y="313011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1558" y="3130119"/>
            <a:ext cx="71438" cy="72390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6264435" y="313138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7312" y="3131389"/>
            <a:ext cx="71438" cy="72390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6550184" y="31326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93061" y="31326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793" y="3132659"/>
            <a:ext cx="71582" cy="72389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978809" y="31339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21687" y="31339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4558" y="3133929"/>
            <a:ext cx="71438" cy="72389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7407435" y="31351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0312" y="3135199"/>
            <a:ext cx="71438" cy="7239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7693184" y="31364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36061" y="31364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78793" y="3136469"/>
            <a:ext cx="71583" cy="72390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8121809" y="313773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64687" y="313773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558" y="3137739"/>
            <a:ext cx="71438" cy="72390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8550435" y="313900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3312" y="3139009"/>
            <a:ext cx="71438" cy="72389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8836183" y="314027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9" y="0"/>
                </a:lnTo>
                <a:lnTo>
                  <a:pt x="71439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79060" y="314027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9" y="0"/>
                </a:lnTo>
                <a:lnTo>
                  <a:pt x="71439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1792" y="3140279"/>
            <a:ext cx="71584" cy="72389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9264809" y="314154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9" y="0"/>
                </a:lnTo>
                <a:lnTo>
                  <a:pt x="71439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407686" y="314154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0558" y="3141549"/>
            <a:ext cx="71438" cy="72390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9693435" y="314281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6312" y="3142819"/>
            <a:ext cx="71438" cy="72390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9979184" y="314408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122061" y="314408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4792" y="3144089"/>
            <a:ext cx="71583" cy="72390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10407809" y="31453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550686" y="31453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93558" y="3145359"/>
            <a:ext cx="71438" cy="72389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10836435" y="31466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79312" y="3146629"/>
            <a:ext cx="71438" cy="72389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1122183" y="31478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265061" y="31478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7792" y="3147899"/>
            <a:ext cx="71583" cy="72390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11550809" y="31491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693686" y="31491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6558" y="3149169"/>
            <a:ext cx="71438" cy="72390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1979436" y="315043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22312" y="3150439"/>
            <a:ext cx="71438" cy="72390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12265184" y="315170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408061" y="315170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550788" y="315172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4" h="72389">
                <a:moveTo>
                  <a:pt x="71577" y="0"/>
                </a:moveTo>
                <a:lnTo>
                  <a:pt x="139" y="0"/>
                </a:lnTo>
                <a:lnTo>
                  <a:pt x="139" y="71120"/>
                </a:lnTo>
                <a:lnTo>
                  <a:pt x="0" y="7112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71120"/>
                </a:lnTo>
                <a:lnTo>
                  <a:pt x="71577" y="71120"/>
                </a:lnTo>
                <a:lnTo>
                  <a:pt x="7157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693809" y="315297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2836687" y="315297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4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979552" y="315299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1270"/>
                </a:moveTo>
                <a:lnTo>
                  <a:pt x="39890" y="1270"/>
                </a:lnTo>
                <a:lnTo>
                  <a:pt x="39890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3122436" y="315424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265303" y="315426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598" y="71120"/>
                </a:lnTo>
                <a:lnTo>
                  <a:pt x="39598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408184" y="315551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551061" y="315551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3693788" y="315553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577" y="0"/>
                </a:moveTo>
                <a:lnTo>
                  <a:pt x="139" y="0"/>
                </a:lnTo>
                <a:lnTo>
                  <a:pt x="139" y="71120"/>
                </a:lnTo>
                <a:lnTo>
                  <a:pt x="0" y="7112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71120"/>
                </a:lnTo>
                <a:lnTo>
                  <a:pt x="71577" y="71120"/>
                </a:lnTo>
                <a:lnTo>
                  <a:pt x="7157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836809" y="315678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3979687" y="315678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4122553" y="315680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1270"/>
                </a:moveTo>
                <a:lnTo>
                  <a:pt x="39852" y="1270"/>
                </a:lnTo>
                <a:lnTo>
                  <a:pt x="39852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4265436" y="315805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4408303" y="315807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560" y="71120"/>
                </a:lnTo>
                <a:lnTo>
                  <a:pt x="39560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4551184" y="31593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4694061" y="315932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9" y="0"/>
                </a:lnTo>
                <a:lnTo>
                  <a:pt x="71439" y="71119"/>
                </a:lnTo>
                <a:lnTo>
                  <a:pt x="0" y="71119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4836788" y="315934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577" y="0"/>
                </a:moveTo>
                <a:lnTo>
                  <a:pt x="139" y="0"/>
                </a:lnTo>
                <a:lnTo>
                  <a:pt x="139" y="71120"/>
                </a:lnTo>
                <a:lnTo>
                  <a:pt x="0" y="7112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71120"/>
                </a:lnTo>
                <a:lnTo>
                  <a:pt x="71577" y="71120"/>
                </a:lnTo>
                <a:lnTo>
                  <a:pt x="7157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979809" y="31605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5122687" y="316059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5265553" y="316061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1270"/>
                </a:moveTo>
                <a:lnTo>
                  <a:pt x="39852" y="1270"/>
                </a:lnTo>
                <a:lnTo>
                  <a:pt x="39852" y="0"/>
                </a:lnTo>
                <a:lnTo>
                  <a:pt x="139" y="0"/>
                </a:lnTo>
                <a:lnTo>
                  <a:pt x="139" y="1270"/>
                </a:lnTo>
                <a:lnTo>
                  <a:pt x="0" y="1270"/>
                </a:lnTo>
                <a:lnTo>
                  <a:pt x="0" y="72390"/>
                </a:lnTo>
                <a:lnTo>
                  <a:pt x="71437" y="72390"/>
                </a:lnTo>
                <a:lnTo>
                  <a:pt x="71437" y="127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5408436" y="3161869"/>
            <a:ext cx="71755" cy="71120"/>
          </a:xfrm>
          <a:custGeom>
            <a:avLst/>
            <a:gdLst/>
            <a:ahLst/>
            <a:cxnLst/>
            <a:rect l="l" t="t" r="r" b="b"/>
            <a:pathLst>
              <a:path w="71755" h="71119">
                <a:moveTo>
                  <a:pt x="0" y="0"/>
                </a:moveTo>
                <a:lnTo>
                  <a:pt x="71438" y="0"/>
                </a:lnTo>
                <a:lnTo>
                  <a:pt x="71438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5551303" y="3161880"/>
            <a:ext cx="71755" cy="72390"/>
          </a:xfrm>
          <a:custGeom>
            <a:avLst/>
            <a:gdLst/>
            <a:ahLst/>
            <a:cxnLst/>
            <a:rect l="l" t="t" r="r" b="b"/>
            <a:pathLst>
              <a:path w="71755" h="72389">
                <a:moveTo>
                  <a:pt x="71437" y="0"/>
                </a:moveTo>
                <a:lnTo>
                  <a:pt x="0" y="0"/>
                </a:lnTo>
                <a:lnTo>
                  <a:pt x="0" y="71120"/>
                </a:lnTo>
                <a:lnTo>
                  <a:pt x="39560" y="71120"/>
                </a:lnTo>
                <a:lnTo>
                  <a:pt x="39560" y="72390"/>
                </a:lnTo>
                <a:lnTo>
                  <a:pt x="71297" y="72390"/>
                </a:lnTo>
                <a:lnTo>
                  <a:pt x="71297" y="71120"/>
                </a:lnTo>
                <a:lnTo>
                  <a:pt x="71437" y="71120"/>
                </a:lnTo>
                <a:lnTo>
                  <a:pt x="71437" y="0"/>
                </a:lnTo>
                <a:close/>
              </a:path>
            </a:pathLst>
          </a:custGeom>
          <a:solidFill>
            <a:srgbClr val="8C9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3" name="object 93"/>
          <p:cNvGrpSpPr/>
          <p:nvPr/>
        </p:nvGrpSpPr>
        <p:grpSpPr>
          <a:xfrm>
            <a:off x="2269667" y="3118689"/>
            <a:ext cx="590550" cy="2331085"/>
            <a:chOff x="2269667" y="3118689"/>
            <a:chExt cx="590550" cy="2331085"/>
          </a:xfrm>
        </p:grpSpPr>
        <p:sp>
          <p:nvSpPr>
            <p:cNvPr id="94" name="object 94"/>
            <p:cNvSpPr/>
            <p:nvPr/>
          </p:nvSpPr>
          <p:spPr>
            <a:xfrm>
              <a:off x="2549686" y="3118689"/>
              <a:ext cx="71755" cy="71120"/>
            </a:xfrm>
            <a:custGeom>
              <a:avLst/>
              <a:gdLst/>
              <a:ahLst/>
              <a:cxnLst/>
              <a:rect l="l" t="t" r="r" b="b"/>
              <a:pathLst>
                <a:path w="71755" h="71119">
                  <a:moveTo>
                    <a:pt x="0" y="0"/>
                  </a:moveTo>
                  <a:lnTo>
                    <a:pt x="71438" y="0"/>
                  </a:lnTo>
                  <a:lnTo>
                    <a:pt x="71438" y="71120"/>
                  </a:lnTo>
                  <a:lnTo>
                    <a:pt x="0" y="71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546852" y="3209943"/>
              <a:ext cx="0" cy="1943735"/>
            </a:xfrm>
            <a:custGeom>
              <a:avLst/>
              <a:gdLst/>
              <a:ahLst/>
              <a:cxnLst/>
              <a:rect l="l" t="t" r="r" b="b"/>
              <a:pathLst>
                <a:path h="1943735">
                  <a:moveTo>
                    <a:pt x="0" y="1943286"/>
                  </a:moveTo>
                  <a:lnTo>
                    <a:pt x="0" y="0"/>
                  </a:lnTo>
                </a:path>
              </a:pathLst>
            </a:custGeom>
            <a:ln w="9565">
              <a:solidFill>
                <a:srgbClr val="8C9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269667" y="4976066"/>
              <a:ext cx="590550" cy="473709"/>
            </a:xfrm>
            <a:custGeom>
              <a:avLst/>
              <a:gdLst/>
              <a:ahLst/>
              <a:cxnLst/>
              <a:rect l="l" t="t" r="r" b="b"/>
              <a:pathLst>
                <a:path w="590550" h="473710">
                  <a:moveTo>
                    <a:pt x="295167" y="473262"/>
                  </a:moveTo>
                  <a:lnTo>
                    <a:pt x="256046" y="463367"/>
                  </a:lnTo>
                  <a:lnTo>
                    <a:pt x="226394" y="436059"/>
                  </a:lnTo>
                  <a:lnTo>
                    <a:pt x="10987" y="105518"/>
                  </a:lnTo>
                  <a:lnTo>
                    <a:pt x="0" y="70956"/>
                  </a:lnTo>
                  <a:lnTo>
                    <a:pt x="1720" y="52907"/>
                  </a:lnTo>
                  <a:lnTo>
                    <a:pt x="33573" y="9597"/>
                  </a:lnTo>
                  <a:lnTo>
                    <a:pt x="68665" y="0"/>
                  </a:lnTo>
                  <a:lnTo>
                    <a:pt x="521669" y="0"/>
                  </a:lnTo>
                  <a:lnTo>
                    <a:pt x="571087" y="20832"/>
                  </a:lnTo>
                  <a:lnTo>
                    <a:pt x="590298" y="70956"/>
                  </a:lnTo>
                  <a:lnTo>
                    <a:pt x="587217" y="88825"/>
                  </a:lnTo>
                  <a:lnTo>
                    <a:pt x="363940" y="436059"/>
                  </a:lnTo>
                  <a:lnTo>
                    <a:pt x="334288" y="463367"/>
                  </a:lnTo>
                  <a:lnTo>
                    <a:pt x="295167" y="473262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554578" y="5518346"/>
            <a:ext cx="3984625" cy="3600450"/>
            <a:chOff x="554578" y="5518346"/>
            <a:chExt cx="3984625" cy="3600450"/>
          </a:xfrm>
        </p:grpSpPr>
        <p:sp>
          <p:nvSpPr>
            <p:cNvPr id="98" name="object 98"/>
            <p:cNvSpPr/>
            <p:nvPr/>
          </p:nvSpPr>
          <p:spPr>
            <a:xfrm>
              <a:off x="554578" y="6383759"/>
              <a:ext cx="3984625" cy="2734945"/>
            </a:xfrm>
            <a:custGeom>
              <a:avLst/>
              <a:gdLst/>
              <a:ahLst/>
              <a:cxnLst/>
              <a:rect l="l" t="t" r="r" b="b"/>
              <a:pathLst>
                <a:path w="3984625" h="2734945">
                  <a:moveTo>
                    <a:pt x="3651503" y="2734627"/>
                  </a:moveTo>
                  <a:lnTo>
                    <a:pt x="332612" y="2734627"/>
                  </a:lnTo>
                  <a:lnTo>
                    <a:pt x="283452" y="2731021"/>
                  </a:lnTo>
                  <a:lnTo>
                    <a:pt x="236535" y="2720548"/>
                  </a:lnTo>
                  <a:lnTo>
                    <a:pt x="192374" y="2703719"/>
                  </a:lnTo>
                  <a:lnTo>
                    <a:pt x="151483" y="2681051"/>
                  </a:lnTo>
                  <a:lnTo>
                    <a:pt x="114378" y="2653056"/>
                  </a:lnTo>
                  <a:lnTo>
                    <a:pt x="81570" y="2620249"/>
                  </a:lnTo>
                  <a:lnTo>
                    <a:pt x="53575" y="2583143"/>
                  </a:lnTo>
                  <a:lnTo>
                    <a:pt x="30907" y="2542253"/>
                  </a:lnTo>
                  <a:lnTo>
                    <a:pt x="14079" y="2498092"/>
                  </a:lnTo>
                  <a:lnTo>
                    <a:pt x="3605" y="2451174"/>
                  </a:lnTo>
                  <a:lnTo>
                    <a:pt x="0" y="2402014"/>
                  </a:lnTo>
                  <a:lnTo>
                    <a:pt x="0" y="332612"/>
                  </a:lnTo>
                  <a:lnTo>
                    <a:pt x="3605" y="283452"/>
                  </a:lnTo>
                  <a:lnTo>
                    <a:pt x="14079" y="236535"/>
                  </a:lnTo>
                  <a:lnTo>
                    <a:pt x="30907" y="192374"/>
                  </a:lnTo>
                  <a:lnTo>
                    <a:pt x="53575" y="151484"/>
                  </a:lnTo>
                  <a:lnTo>
                    <a:pt x="81570" y="114378"/>
                  </a:lnTo>
                  <a:lnTo>
                    <a:pt x="114378" y="81570"/>
                  </a:lnTo>
                  <a:lnTo>
                    <a:pt x="151483" y="53575"/>
                  </a:lnTo>
                  <a:lnTo>
                    <a:pt x="192374" y="30907"/>
                  </a:lnTo>
                  <a:lnTo>
                    <a:pt x="236535" y="14079"/>
                  </a:lnTo>
                  <a:lnTo>
                    <a:pt x="283452" y="3605"/>
                  </a:lnTo>
                  <a:lnTo>
                    <a:pt x="332612" y="0"/>
                  </a:lnTo>
                  <a:lnTo>
                    <a:pt x="3651503" y="0"/>
                  </a:lnTo>
                  <a:lnTo>
                    <a:pt x="3700664" y="3605"/>
                  </a:lnTo>
                  <a:lnTo>
                    <a:pt x="3747581" y="14079"/>
                  </a:lnTo>
                  <a:lnTo>
                    <a:pt x="3791742" y="30907"/>
                  </a:lnTo>
                  <a:lnTo>
                    <a:pt x="3832632" y="53575"/>
                  </a:lnTo>
                  <a:lnTo>
                    <a:pt x="3869738" y="81570"/>
                  </a:lnTo>
                  <a:lnTo>
                    <a:pt x="3902546" y="114378"/>
                  </a:lnTo>
                  <a:lnTo>
                    <a:pt x="3930540" y="151484"/>
                  </a:lnTo>
                  <a:lnTo>
                    <a:pt x="3953209" y="192374"/>
                  </a:lnTo>
                  <a:lnTo>
                    <a:pt x="3970037" y="236535"/>
                  </a:lnTo>
                  <a:lnTo>
                    <a:pt x="3980511" y="283452"/>
                  </a:lnTo>
                  <a:lnTo>
                    <a:pt x="3984116" y="332612"/>
                  </a:lnTo>
                  <a:lnTo>
                    <a:pt x="3984116" y="2402014"/>
                  </a:lnTo>
                  <a:lnTo>
                    <a:pt x="3980511" y="2451174"/>
                  </a:lnTo>
                  <a:lnTo>
                    <a:pt x="3970037" y="2498092"/>
                  </a:lnTo>
                  <a:lnTo>
                    <a:pt x="3953209" y="2542253"/>
                  </a:lnTo>
                  <a:lnTo>
                    <a:pt x="3930540" y="2583143"/>
                  </a:lnTo>
                  <a:lnTo>
                    <a:pt x="3902546" y="2620249"/>
                  </a:lnTo>
                  <a:lnTo>
                    <a:pt x="3869738" y="2653056"/>
                  </a:lnTo>
                  <a:lnTo>
                    <a:pt x="3832632" y="2681051"/>
                  </a:lnTo>
                  <a:lnTo>
                    <a:pt x="3791742" y="2703719"/>
                  </a:lnTo>
                  <a:lnTo>
                    <a:pt x="3747581" y="2720548"/>
                  </a:lnTo>
                  <a:lnTo>
                    <a:pt x="3700664" y="2731021"/>
                  </a:lnTo>
                  <a:lnTo>
                    <a:pt x="3651503" y="2734627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991834" y="5518346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552449" y="1104899"/>
                  </a:moveTo>
                  <a:lnTo>
                    <a:pt x="504783" y="1102872"/>
                  </a:lnTo>
                  <a:lnTo>
                    <a:pt x="458242" y="1096899"/>
                  </a:lnTo>
                  <a:lnTo>
                    <a:pt x="412993" y="1087146"/>
                  </a:lnTo>
                  <a:lnTo>
                    <a:pt x="369201" y="1073780"/>
                  </a:lnTo>
                  <a:lnTo>
                    <a:pt x="327033" y="1056967"/>
                  </a:lnTo>
                  <a:lnTo>
                    <a:pt x="286653" y="1036872"/>
                  </a:lnTo>
                  <a:lnTo>
                    <a:pt x="248229" y="1013660"/>
                  </a:lnTo>
                  <a:lnTo>
                    <a:pt x="211926" y="987499"/>
                  </a:lnTo>
                  <a:lnTo>
                    <a:pt x="177909" y="958554"/>
                  </a:lnTo>
                  <a:lnTo>
                    <a:pt x="146345" y="926990"/>
                  </a:lnTo>
                  <a:lnTo>
                    <a:pt x="117400" y="892973"/>
                  </a:lnTo>
                  <a:lnTo>
                    <a:pt x="91239" y="856670"/>
                  </a:lnTo>
                  <a:lnTo>
                    <a:pt x="68027" y="818246"/>
                  </a:lnTo>
                  <a:lnTo>
                    <a:pt x="47932" y="777866"/>
                  </a:lnTo>
                  <a:lnTo>
                    <a:pt x="31119" y="735698"/>
                  </a:lnTo>
                  <a:lnTo>
                    <a:pt x="17753" y="691906"/>
                  </a:lnTo>
                  <a:lnTo>
                    <a:pt x="8000" y="646657"/>
                  </a:lnTo>
                  <a:lnTo>
                    <a:pt x="2027" y="600116"/>
                  </a:lnTo>
                  <a:lnTo>
                    <a:pt x="0" y="552449"/>
                  </a:lnTo>
                  <a:lnTo>
                    <a:pt x="2027" y="504783"/>
                  </a:lnTo>
                  <a:lnTo>
                    <a:pt x="8000" y="458242"/>
                  </a:lnTo>
                  <a:lnTo>
                    <a:pt x="17753" y="412993"/>
                  </a:lnTo>
                  <a:lnTo>
                    <a:pt x="31119" y="369201"/>
                  </a:lnTo>
                  <a:lnTo>
                    <a:pt x="47932" y="327033"/>
                  </a:lnTo>
                  <a:lnTo>
                    <a:pt x="68027" y="286653"/>
                  </a:lnTo>
                  <a:lnTo>
                    <a:pt x="91239" y="248229"/>
                  </a:lnTo>
                  <a:lnTo>
                    <a:pt x="117400" y="211926"/>
                  </a:lnTo>
                  <a:lnTo>
                    <a:pt x="146345" y="177909"/>
                  </a:lnTo>
                  <a:lnTo>
                    <a:pt x="177909" y="146345"/>
                  </a:lnTo>
                  <a:lnTo>
                    <a:pt x="211926" y="117400"/>
                  </a:lnTo>
                  <a:lnTo>
                    <a:pt x="248229" y="91239"/>
                  </a:lnTo>
                  <a:lnTo>
                    <a:pt x="286653" y="68027"/>
                  </a:lnTo>
                  <a:lnTo>
                    <a:pt x="327033" y="47932"/>
                  </a:lnTo>
                  <a:lnTo>
                    <a:pt x="369201" y="31119"/>
                  </a:lnTo>
                  <a:lnTo>
                    <a:pt x="412993" y="17753"/>
                  </a:lnTo>
                  <a:lnTo>
                    <a:pt x="458242" y="8000"/>
                  </a:lnTo>
                  <a:lnTo>
                    <a:pt x="504783" y="2027"/>
                  </a:lnTo>
                  <a:lnTo>
                    <a:pt x="552449" y="0"/>
                  </a:lnTo>
                  <a:lnTo>
                    <a:pt x="600116" y="2027"/>
                  </a:lnTo>
                  <a:lnTo>
                    <a:pt x="646657" y="8000"/>
                  </a:lnTo>
                  <a:lnTo>
                    <a:pt x="691906" y="17753"/>
                  </a:lnTo>
                  <a:lnTo>
                    <a:pt x="735698" y="31119"/>
                  </a:lnTo>
                  <a:lnTo>
                    <a:pt x="777866" y="47932"/>
                  </a:lnTo>
                  <a:lnTo>
                    <a:pt x="818246" y="68027"/>
                  </a:lnTo>
                  <a:lnTo>
                    <a:pt x="856670" y="91239"/>
                  </a:lnTo>
                  <a:lnTo>
                    <a:pt x="892973" y="117400"/>
                  </a:lnTo>
                  <a:lnTo>
                    <a:pt x="926990" y="146345"/>
                  </a:lnTo>
                  <a:lnTo>
                    <a:pt x="958554" y="177909"/>
                  </a:lnTo>
                  <a:lnTo>
                    <a:pt x="987499" y="211926"/>
                  </a:lnTo>
                  <a:lnTo>
                    <a:pt x="1013660" y="248229"/>
                  </a:lnTo>
                  <a:lnTo>
                    <a:pt x="1036872" y="286653"/>
                  </a:lnTo>
                  <a:lnTo>
                    <a:pt x="1056967" y="327033"/>
                  </a:lnTo>
                  <a:lnTo>
                    <a:pt x="1073780" y="369201"/>
                  </a:lnTo>
                  <a:lnTo>
                    <a:pt x="1087146" y="412993"/>
                  </a:lnTo>
                  <a:lnTo>
                    <a:pt x="1096899" y="458242"/>
                  </a:lnTo>
                  <a:lnTo>
                    <a:pt x="1102872" y="504783"/>
                  </a:lnTo>
                  <a:lnTo>
                    <a:pt x="1104899" y="552449"/>
                  </a:lnTo>
                  <a:lnTo>
                    <a:pt x="1102872" y="600116"/>
                  </a:lnTo>
                  <a:lnTo>
                    <a:pt x="1096899" y="646657"/>
                  </a:lnTo>
                  <a:lnTo>
                    <a:pt x="1087146" y="691906"/>
                  </a:lnTo>
                  <a:lnTo>
                    <a:pt x="1073780" y="735698"/>
                  </a:lnTo>
                  <a:lnTo>
                    <a:pt x="1056967" y="777866"/>
                  </a:lnTo>
                  <a:lnTo>
                    <a:pt x="1036872" y="818246"/>
                  </a:lnTo>
                  <a:lnTo>
                    <a:pt x="1013660" y="856670"/>
                  </a:lnTo>
                  <a:lnTo>
                    <a:pt x="987499" y="892973"/>
                  </a:lnTo>
                  <a:lnTo>
                    <a:pt x="958554" y="926990"/>
                  </a:lnTo>
                  <a:lnTo>
                    <a:pt x="926990" y="958554"/>
                  </a:lnTo>
                  <a:lnTo>
                    <a:pt x="892973" y="987499"/>
                  </a:lnTo>
                  <a:lnTo>
                    <a:pt x="856670" y="1013660"/>
                  </a:lnTo>
                  <a:lnTo>
                    <a:pt x="818246" y="1036872"/>
                  </a:lnTo>
                  <a:lnTo>
                    <a:pt x="777866" y="1056967"/>
                  </a:lnTo>
                  <a:lnTo>
                    <a:pt x="735698" y="1073780"/>
                  </a:lnTo>
                  <a:lnTo>
                    <a:pt x="691906" y="1087146"/>
                  </a:lnTo>
                  <a:lnTo>
                    <a:pt x="646657" y="1096899"/>
                  </a:lnTo>
                  <a:lnTo>
                    <a:pt x="600116" y="1102872"/>
                  </a:lnTo>
                  <a:lnTo>
                    <a:pt x="552449" y="11048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6649273" y="3300788"/>
            <a:ext cx="590550" cy="2134870"/>
            <a:chOff x="6649273" y="3300788"/>
            <a:chExt cx="590550" cy="2134870"/>
          </a:xfrm>
        </p:grpSpPr>
        <p:sp>
          <p:nvSpPr>
            <p:cNvPr id="101" name="object 101"/>
            <p:cNvSpPr/>
            <p:nvPr/>
          </p:nvSpPr>
          <p:spPr>
            <a:xfrm>
              <a:off x="6926542" y="3300788"/>
              <a:ext cx="0" cy="1838325"/>
            </a:xfrm>
            <a:custGeom>
              <a:avLst/>
              <a:gdLst/>
              <a:ahLst/>
              <a:cxnLst/>
              <a:rect l="l" t="t" r="r" b="b"/>
              <a:pathLst>
                <a:path h="1838325">
                  <a:moveTo>
                    <a:pt x="0" y="1838189"/>
                  </a:moveTo>
                  <a:lnTo>
                    <a:pt x="0" y="0"/>
                  </a:lnTo>
                </a:path>
              </a:pathLst>
            </a:custGeom>
            <a:ln w="9565">
              <a:solidFill>
                <a:srgbClr val="8C9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649273" y="4961625"/>
              <a:ext cx="590550" cy="474345"/>
            </a:xfrm>
            <a:custGeom>
              <a:avLst/>
              <a:gdLst/>
              <a:ahLst/>
              <a:cxnLst/>
              <a:rect l="l" t="t" r="r" b="b"/>
              <a:pathLst>
                <a:path w="590550" h="474345">
                  <a:moveTo>
                    <a:pt x="295251" y="473763"/>
                  </a:moveTo>
                  <a:lnTo>
                    <a:pt x="256129" y="463857"/>
                  </a:lnTo>
                  <a:lnTo>
                    <a:pt x="226477" y="436521"/>
                  </a:lnTo>
                  <a:lnTo>
                    <a:pt x="11071" y="105629"/>
                  </a:lnTo>
                  <a:lnTo>
                    <a:pt x="0" y="71066"/>
                  </a:lnTo>
                  <a:lnTo>
                    <a:pt x="1709" y="53004"/>
                  </a:lnTo>
                  <a:lnTo>
                    <a:pt x="33561" y="9572"/>
                  </a:lnTo>
                  <a:lnTo>
                    <a:pt x="68653" y="0"/>
                  </a:lnTo>
                  <a:lnTo>
                    <a:pt x="521752" y="0"/>
                  </a:lnTo>
                  <a:lnTo>
                    <a:pt x="571171" y="20854"/>
                  </a:lnTo>
                  <a:lnTo>
                    <a:pt x="590382" y="71031"/>
                  </a:lnTo>
                  <a:lnTo>
                    <a:pt x="587300" y="88919"/>
                  </a:lnTo>
                  <a:lnTo>
                    <a:pt x="364024" y="436521"/>
                  </a:lnTo>
                  <a:lnTo>
                    <a:pt x="334372" y="463857"/>
                  </a:lnTo>
                  <a:lnTo>
                    <a:pt x="295251" y="473763"/>
                  </a:lnTo>
                  <a:close/>
                </a:path>
              </a:pathLst>
            </a:custGeom>
            <a:solidFill>
              <a:srgbClr val="E366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11029047" y="3345565"/>
            <a:ext cx="590550" cy="2087245"/>
            <a:chOff x="11029047" y="3345565"/>
            <a:chExt cx="590550" cy="2087245"/>
          </a:xfrm>
        </p:grpSpPr>
        <p:sp>
          <p:nvSpPr>
            <p:cNvPr id="104" name="object 104"/>
            <p:cNvSpPr/>
            <p:nvPr/>
          </p:nvSpPr>
          <p:spPr>
            <a:xfrm>
              <a:off x="11306232" y="3345565"/>
              <a:ext cx="0" cy="1791335"/>
            </a:xfrm>
            <a:custGeom>
              <a:avLst/>
              <a:gdLst/>
              <a:ahLst/>
              <a:cxnLst/>
              <a:rect l="l" t="t" r="r" b="b"/>
              <a:pathLst>
                <a:path h="1791335">
                  <a:moveTo>
                    <a:pt x="0" y="1791145"/>
                  </a:moveTo>
                  <a:lnTo>
                    <a:pt x="0" y="0"/>
                  </a:lnTo>
                </a:path>
              </a:pathLst>
            </a:custGeom>
            <a:ln w="9565">
              <a:solidFill>
                <a:srgbClr val="8C9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1029047" y="4959489"/>
              <a:ext cx="590550" cy="473709"/>
            </a:xfrm>
            <a:custGeom>
              <a:avLst/>
              <a:gdLst/>
              <a:ahLst/>
              <a:cxnLst/>
              <a:rect l="l" t="t" r="r" b="b"/>
              <a:pathLst>
                <a:path w="590550" h="473710">
                  <a:moveTo>
                    <a:pt x="295167" y="473161"/>
                  </a:moveTo>
                  <a:lnTo>
                    <a:pt x="256046" y="463268"/>
                  </a:lnTo>
                  <a:lnTo>
                    <a:pt x="226394" y="435966"/>
                  </a:lnTo>
                  <a:lnTo>
                    <a:pt x="10987" y="105495"/>
                  </a:lnTo>
                  <a:lnTo>
                    <a:pt x="0" y="70940"/>
                  </a:lnTo>
                  <a:lnTo>
                    <a:pt x="1720" y="52896"/>
                  </a:lnTo>
                  <a:lnTo>
                    <a:pt x="33573" y="9595"/>
                  </a:lnTo>
                  <a:lnTo>
                    <a:pt x="68665" y="0"/>
                  </a:lnTo>
                  <a:lnTo>
                    <a:pt x="521669" y="0"/>
                  </a:lnTo>
                  <a:lnTo>
                    <a:pt x="571087" y="20828"/>
                  </a:lnTo>
                  <a:lnTo>
                    <a:pt x="590298" y="70940"/>
                  </a:lnTo>
                  <a:lnTo>
                    <a:pt x="587217" y="88806"/>
                  </a:lnTo>
                  <a:lnTo>
                    <a:pt x="363940" y="435966"/>
                  </a:lnTo>
                  <a:lnTo>
                    <a:pt x="334288" y="463268"/>
                  </a:lnTo>
                  <a:lnTo>
                    <a:pt x="295167" y="473161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15408736" y="3223833"/>
            <a:ext cx="590550" cy="2211070"/>
            <a:chOff x="15408736" y="3223833"/>
            <a:chExt cx="590550" cy="2211070"/>
          </a:xfrm>
        </p:grpSpPr>
        <p:sp>
          <p:nvSpPr>
            <p:cNvPr id="107" name="object 107"/>
            <p:cNvSpPr/>
            <p:nvPr/>
          </p:nvSpPr>
          <p:spPr>
            <a:xfrm>
              <a:off x="15685921" y="3223833"/>
              <a:ext cx="0" cy="1914525"/>
            </a:xfrm>
            <a:custGeom>
              <a:avLst/>
              <a:gdLst/>
              <a:ahLst/>
              <a:cxnLst/>
              <a:rect l="l" t="t" r="r" b="b"/>
              <a:pathLst>
                <a:path h="1914525">
                  <a:moveTo>
                    <a:pt x="0" y="1914505"/>
                  </a:moveTo>
                  <a:lnTo>
                    <a:pt x="0" y="0"/>
                  </a:lnTo>
                </a:path>
              </a:pathLst>
            </a:custGeom>
            <a:ln w="9565">
              <a:solidFill>
                <a:srgbClr val="8C90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5408736" y="4961047"/>
              <a:ext cx="590550" cy="473709"/>
            </a:xfrm>
            <a:custGeom>
              <a:avLst/>
              <a:gdLst/>
              <a:ahLst/>
              <a:cxnLst/>
              <a:rect l="l" t="t" r="r" b="b"/>
              <a:pathLst>
                <a:path w="590550" h="473710">
                  <a:moveTo>
                    <a:pt x="295167" y="473603"/>
                  </a:moveTo>
                  <a:lnTo>
                    <a:pt x="256046" y="463701"/>
                  </a:lnTo>
                  <a:lnTo>
                    <a:pt x="226394" y="436374"/>
                  </a:lnTo>
                  <a:lnTo>
                    <a:pt x="10987" y="105594"/>
                  </a:lnTo>
                  <a:lnTo>
                    <a:pt x="0" y="71007"/>
                  </a:lnTo>
                  <a:lnTo>
                    <a:pt x="1720" y="52945"/>
                  </a:lnTo>
                  <a:lnTo>
                    <a:pt x="33573" y="9604"/>
                  </a:lnTo>
                  <a:lnTo>
                    <a:pt x="68665" y="0"/>
                  </a:lnTo>
                  <a:lnTo>
                    <a:pt x="521669" y="0"/>
                  </a:lnTo>
                  <a:lnTo>
                    <a:pt x="571087" y="20847"/>
                  </a:lnTo>
                  <a:lnTo>
                    <a:pt x="590298" y="71007"/>
                  </a:lnTo>
                  <a:lnTo>
                    <a:pt x="587217" y="88890"/>
                  </a:lnTo>
                  <a:lnTo>
                    <a:pt x="363940" y="436374"/>
                  </a:lnTo>
                  <a:lnTo>
                    <a:pt x="334288" y="463701"/>
                  </a:lnTo>
                  <a:lnTo>
                    <a:pt x="295167" y="473603"/>
                  </a:lnTo>
                  <a:close/>
                </a:path>
              </a:pathLst>
            </a:custGeom>
            <a:solidFill>
              <a:srgbClr val="DD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/>
          <p:nvPr/>
        </p:nvSpPr>
        <p:spPr>
          <a:xfrm>
            <a:off x="5452797" y="1885602"/>
            <a:ext cx="7086600" cy="2143760"/>
          </a:xfrm>
          <a:custGeom>
            <a:avLst/>
            <a:gdLst/>
            <a:ahLst/>
            <a:cxnLst/>
            <a:rect l="l" t="t" r="r" b="b"/>
            <a:pathLst>
              <a:path w="7086600" h="2143760">
                <a:moveTo>
                  <a:pt x="6853016" y="2143244"/>
                </a:moveTo>
                <a:lnTo>
                  <a:pt x="233483" y="2143244"/>
                </a:lnTo>
                <a:lnTo>
                  <a:pt x="187732" y="2139431"/>
                </a:lnTo>
                <a:lnTo>
                  <a:pt x="144141" y="2128284"/>
                </a:lnTo>
                <a:lnTo>
                  <a:pt x="103943" y="2110240"/>
                </a:lnTo>
                <a:lnTo>
                  <a:pt x="68369" y="2085734"/>
                </a:lnTo>
                <a:lnTo>
                  <a:pt x="39207" y="2055825"/>
                </a:lnTo>
                <a:lnTo>
                  <a:pt x="17758" y="2021987"/>
                </a:lnTo>
                <a:lnTo>
                  <a:pt x="4523" y="1985279"/>
                </a:lnTo>
                <a:lnTo>
                  <a:pt x="0" y="1946761"/>
                </a:lnTo>
                <a:lnTo>
                  <a:pt x="0" y="196482"/>
                </a:lnTo>
                <a:lnTo>
                  <a:pt x="4523" y="157978"/>
                </a:lnTo>
                <a:lnTo>
                  <a:pt x="17758" y="121292"/>
                </a:lnTo>
                <a:lnTo>
                  <a:pt x="39207" y="87458"/>
                </a:lnTo>
                <a:lnTo>
                  <a:pt x="68369" y="57509"/>
                </a:lnTo>
                <a:lnTo>
                  <a:pt x="103943" y="32963"/>
                </a:lnTo>
                <a:lnTo>
                  <a:pt x="144141" y="14923"/>
                </a:lnTo>
                <a:lnTo>
                  <a:pt x="187732" y="3799"/>
                </a:lnTo>
                <a:lnTo>
                  <a:pt x="233483" y="0"/>
                </a:lnTo>
                <a:lnTo>
                  <a:pt x="6853016" y="0"/>
                </a:lnTo>
                <a:lnTo>
                  <a:pt x="6898767" y="3812"/>
                </a:lnTo>
                <a:lnTo>
                  <a:pt x="6942358" y="14959"/>
                </a:lnTo>
                <a:lnTo>
                  <a:pt x="6982556" y="33003"/>
                </a:lnTo>
                <a:lnTo>
                  <a:pt x="7018131" y="57509"/>
                </a:lnTo>
                <a:lnTo>
                  <a:pt x="7047292" y="87404"/>
                </a:lnTo>
                <a:lnTo>
                  <a:pt x="7068741" y="121221"/>
                </a:lnTo>
                <a:lnTo>
                  <a:pt x="7081977" y="157924"/>
                </a:lnTo>
                <a:lnTo>
                  <a:pt x="7086500" y="196482"/>
                </a:lnTo>
                <a:lnTo>
                  <a:pt x="7086500" y="1946761"/>
                </a:lnTo>
                <a:lnTo>
                  <a:pt x="7080332" y="1991826"/>
                </a:lnTo>
                <a:lnTo>
                  <a:pt x="7062765" y="2033187"/>
                </a:lnTo>
                <a:lnTo>
                  <a:pt x="7035200" y="2069668"/>
                </a:lnTo>
                <a:lnTo>
                  <a:pt x="6999040" y="2100091"/>
                </a:lnTo>
                <a:lnTo>
                  <a:pt x="6955688" y="2123280"/>
                </a:lnTo>
                <a:lnTo>
                  <a:pt x="6906546" y="2138057"/>
                </a:lnTo>
                <a:lnTo>
                  <a:pt x="6853016" y="2143244"/>
                </a:lnTo>
                <a:close/>
              </a:path>
            </a:pathLst>
          </a:custGeom>
          <a:solidFill>
            <a:srgbClr val="E6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0" name="object 110"/>
          <p:cNvGrpSpPr/>
          <p:nvPr/>
        </p:nvGrpSpPr>
        <p:grpSpPr>
          <a:xfrm>
            <a:off x="4936078" y="5518346"/>
            <a:ext cx="3984625" cy="3600450"/>
            <a:chOff x="4936078" y="5518346"/>
            <a:chExt cx="3984625" cy="3600450"/>
          </a:xfrm>
        </p:grpSpPr>
        <p:sp>
          <p:nvSpPr>
            <p:cNvPr id="111" name="object 111"/>
            <p:cNvSpPr/>
            <p:nvPr/>
          </p:nvSpPr>
          <p:spPr>
            <a:xfrm>
              <a:off x="4936078" y="6383759"/>
              <a:ext cx="3984625" cy="2734945"/>
            </a:xfrm>
            <a:custGeom>
              <a:avLst/>
              <a:gdLst/>
              <a:ahLst/>
              <a:cxnLst/>
              <a:rect l="l" t="t" r="r" b="b"/>
              <a:pathLst>
                <a:path w="3984625" h="2734945">
                  <a:moveTo>
                    <a:pt x="3651503" y="2734627"/>
                  </a:moveTo>
                  <a:lnTo>
                    <a:pt x="332613" y="2734627"/>
                  </a:lnTo>
                  <a:lnTo>
                    <a:pt x="283452" y="2731021"/>
                  </a:lnTo>
                  <a:lnTo>
                    <a:pt x="236535" y="2720548"/>
                  </a:lnTo>
                  <a:lnTo>
                    <a:pt x="192374" y="2703719"/>
                  </a:lnTo>
                  <a:lnTo>
                    <a:pt x="151483" y="2681051"/>
                  </a:lnTo>
                  <a:lnTo>
                    <a:pt x="114378" y="2653056"/>
                  </a:lnTo>
                  <a:lnTo>
                    <a:pt x="81570" y="2620249"/>
                  </a:lnTo>
                  <a:lnTo>
                    <a:pt x="53575" y="2583143"/>
                  </a:lnTo>
                  <a:lnTo>
                    <a:pt x="30907" y="2542253"/>
                  </a:lnTo>
                  <a:lnTo>
                    <a:pt x="14079" y="2498092"/>
                  </a:lnTo>
                  <a:lnTo>
                    <a:pt x="3605" y="2451174"/>
                  </a:lnTo>
                  <a:lnTo>
                    <a:pt x="0" y="2402014"/>
                  </a:lnTo>
                  <a:lnTo>
                    <a:pt x="0" y="332612"/>
                  </a:lnTo>
                  <a:lnTo>
                    <a:pt x="3605" y="283452"/>
                  </a:lnTo>
                  <a:lnTo>
                    <a:pt x="14079" y="236535"/>
                  </a:lnTo>
                  <a:lnTo>
                    <a:pt x="30907" y="192374"/>
                  </a:lnTo>
                  <a:lnTo>
                    <a:pt x="53575" y="151484"/>
                  </a:lnTo>
                  <a:lnTo>
                    <a:pt x="81570" y="114378"/>
                  </a:lnTo>
                  <a:lnTo>
                    <a:pt x="114378" y="81570"/>
                  </a:lnTo>
                  <a:lnTo>
                    <a:pt x="151483" y="53575"/>
                  </a:lnTo>
                  <a:lnTo>
                    <a:pt x="192374" y="30907"/>
                  </a:lnTo>
                  <a:lnTo>
                    <a:pt x="236535" y="14079"/>
                  </a:lnTo>
                  <a:lnTo>
                    <a:pt x="283452" y="3605"/>
                  </a:lnTo>
                  <a:lnTo>
                    <a:pt x="332613" y="0"/>
                  </a:lnTo>
                  <a:lnTo>
                    <a:pt x="3651503" y="0"/>
                  </a:lnTo>
                  <a:lnTo>
                    <a:pt x="3700663" y="3605"/>
                  </a:lnTo>
                  <a:lnTo>
                    <a:pt x="3747581" y="14079"/>
                  </a:lnTo>
                  <a:lnTo>
                    <a:pt x="3791742" y="30907"/>
                  </a:lnTo>
                  <a:lnTo>
                    <a:pt x="3832632" y="53575"/>
                  </a:lnTo>
                  <a:lnTo>
                    <a:pt x="3869738" y="81570"/>
                  </a:lnTo>
                  <a:lnTo>
                    <a:pt x="3902545" y="114378"/>
                  </a:lnTo>
                  <a:lnTo>
                    <a:pt x="3930540" y="151484"/>
                  </a:lnTo>
                  <a:lnTo>
                    <a:pt x="3953209" y="192374"/>
                  </a:lnTo>
                  <a:lnTo>
                    <a:pt x="3970037" y="236535"/>
                  </a:lnTo>
                  <a:lnTo>
                    <a:pt x="3980511" y="283452"/>
                  </a:lnTo>
                  <a:lnTo>
                    <a:pt x="3984116" y="332612"/>
                  </a:lnTo>
                  <a:lnTo>
                    <a:pt x="3984116" y="2402014"/>
                  </a:lnTo>
                  <a:lnTo>
                    <a:pt x="3980511" y="2451174"/>
                  </a:lnTo>
                  <a:lnTo>
                    <a:pt x="3970037" y="2498092"/>
                  </a:lnTo>
                  <a:lnTo>
                    <a:pt x="3953209" y="2542253"/>
                  </a:lnTo>
                  <a:lnTo>
                    <a:pt x="3930540" y="2583143"/>
                  </a:lnTo>
                  <a:lnTo>
                    <a:pt x="3902545" y="2620249"/>
                  </a:lnTo>
                  <a:lnTo>
                    <a:pt x="3869738" y="2653056"/>
                  </a:lnTo>
                  <a:lnTo>
                    <a:pt x="3832632" y="2681051"/>
                  </a:lnTo>
                  <a:lnTo>
                    <a:pt x="3791742" y="2703719"/>
                  </a:lnTo>
                  <a:lnTo>
                    <a:pt x="3747581" y="2720548"/>
                  </a:lnTo>
                  <a:lnTo>
                    <a:pt x="3700663" y="2731021"/>
                  </a:lnTo>
                  <a:lnTo>
                    <a:pt x="3651503" y="2734627"/>
                  </a:lnTo>
                  <a:close/>
                </a:path>
              </a:pathLst>
            </a:custGeom>
            <a:solidFill>
              <a:srgbClr val="FFBE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373334" y="5518346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552449" y="1104899"/>
                  </a:moveTo>
                  <a:lnTo>
                    <a:pt x="504783" y="1102872"/>
                  </a:lnTo>
                  <a:lnTo>
                    <a:pt x="458242" y="1096899"/>
                  </a:lnTo>
                  <a:lnTo>
                    <a:pt x="412993" y="1087146"/>
                  </a:lnTo>
                  <a:lnTo>
                    <a:pt x="369201" y="1073780"/>
                  </a:lnTo>
                  <a:lnTo>
                    <a:pt x="327033" y="1056967"/>
                  </a:lnTo>
                  <a:lnTo>
                    <a:pt x="286653" y="1036872"/>
                  </a:lnTo>
                  <a:lnTo>
                    <a:pt x="248229" y="1013660"/>
                  </a:lnTo>
                  <a:lnTo>
                    <a:pt x="211926" y="987499"/>
                  </a:lnTo>
                  <a:lnTo>
                    <a:pt x="177909" y="958554"/>
                  </a:lnTo>
                  <a:lnTo>
                    <a:pt x="146345" y="926990"/>
                  </a:lnTo>
                  <a:lnTo>
                    <a:pt x="117400" y="892973"/>
                  </a:lnTo>
                  <a:lnTo>
                    <a:pt x="91239" y="856670"/>
                  </a:lnTo>
                  <a:lnTo>
                    <a:pt x="68027" y="818246"/>
                  </a:lnTo>
                  <a:lnTo>
                    <a:pt x="47932" y="777866"/>
                  </a:lnTo>
                  <a:lnTo>
                    <a:pt x="31119" y="735698"/>
                  </a:lnTo>
                  <a:lnTo>
                    <a:pt x="17753" y="691906"/>
                  </a:lnTo>
                  <a:lnTo>
                    <a:pt x="8000" y="646657"/>
                  </a:lnTo>
                  <a:lnTo>
                    <a:pt x="2027" y="600116"/>
                  </a:lnTo>
                  <a:lnTo>
                    <a:pt x="0" y="552449"/>
                  </a:lnTo>
                  <a:lnTo>
                    <a:pt x="2027" y="504783"/>
                  </a:lnTo>
                  <a:lnTo>
                    <a:pt x="8000" y="458242"/>
                  </a:lnTo>
                  <a:lnTo>
                    <a:pt x="17753" y="412993"/>
                  </a:lnTo>
                  <a:lnTo>
                    <a:pt x="31119" y="369201"/>
                  </a:lnTo>
                  <a:lnTo>
                    <a:pt x="47932" y="327033"/>
                  </a:lnTo>
                  <a:lnTo>
                    <a:pt x="68027" y="286653"/>
                  </a:lnTo>
                  <a:lnTo>
                    <a:pt x="91239" y="248229"/>
                  </a:lnTo>
                  <a:lnTo>
                    <a:pt x="117400" y="211926"/>
                  </a:lnTo>
                  <a:lnTo>
                    <a:pt x="146345" y="177909"/>
                  </a:lnTo>
                  <a:lnTo>
                    <a:pt x="177909" y="146345"/>
                  </a:lnTo>
                  <a:lnTo>
                    <a:pt x="211926" y="117400"/>
                  </a:lnTo>
                  <a:lnTo>
                    <a:pt x="248229" y="91239"/>
                  </a:lnTo>
                  <a:lnTo>
                    <a:pt x="286653" y="68027"/>
                  </a:lnTo>
                  <a:lnTo>
                    <a:pt x="327033" y="47932"/>
                  </a:lnTo>
                  <a:lnTo>
                    <a:pt x="369201" y="31119"/>
                  </a:lnTo>
                  <a:lnTo>
                    <a:pt x="412993" y="17753"/>
                  </a:lnTo>
                  <a:lnTo>
                    <a:pt x="458242" y="8000"/>
                  </a:lnTo>
                  <a:lnTo>
                    <a:pt x="504783" y="2027"/>
                  </a:lnTo>
                  <a:lnTo>
                    <a:pt x="552449" y="0"/>
                  </a:lnTo>
                  <a:lnTo>
                    <a:pt x="600116" y="2027"/>
                  </a:lnTo>
                  <a:lnTo>
                    <a:pt x="646657" y="8000"/>
                  </a:lnTo>
                  <a:lnTo>
                    <a:pt x="691906" y="17753"/>
                  </a:lnTo>
                  <a:lnTo>
                    <a:pt x="735698" y="31119"/>
                  </a:lnTo>
                  <a:lnTo>
                    <a:pt x="777866" y="47932"/>
                  </a:lnTo>
                  <a:lnTo>
                    <a:pt x="818246" y="68027"/>
                  </a:lnTo>
                  <a:lnTo>
                    <a:pt x="856670" y="91239"/>
                  </a:lnTo>
                  <a:lnTo>
                    <a:pt x="892973" y="117400"/>
                  </a:lnTo>
                  <a:lnTo>
                    <a:pt x="926990" y="146345"/>
                  </a:lnTo>
                  <a:lnTo>
                    <a:pt x="958554" y="177909"/>
                  </a:lnTo>
                  <a:lnTo>
                    <a:pt x="987499" y="211926"/>
                  </a:lnTo>
                  <a:lnTo>
                    <a:pt x="1013660" y="248229"/>
                  </a:lnTo>
                  <a:lnTo>
                    <a:pt x="1036872" y="286653"/>
                  </a:lnTo>
                  <a:lnTo>
                    <a:pt x="1056967" y="327033"/>
                  </a:lnTo>
                  <a:lnTo>
                    <a:pt x="1073780" y="369201"/>
                  </a:lnTo>
                  <a:lnTo>
                    <a:pt x="1087146" y="412993"/>
                  </a:lnTo>
                  <a:lnTo>
                    <a:pt x="1096899" y="458242"/>
                  </a:lnTo>
                  <a:lnTo>
                    <a:pt x="1102872" y="504783"/>
                  </a:lnTo>
                  <a:lnTo>
                    <a:pt x="1104899" y="552449"/>
                  </a:lnTo>
                  <a:lnTo>
                    <a:pt x="1102872" y="600116"/>
                  </a:lnTo>
                  <a:lnTo>
                    <a:pt x="1096899" y="646657"/>
                  </a:lnTo>
                  <a:lnTo>
                    <a:pt x="1087146" y="691906"/>
                  </a:lnTo>
                  <a:lnTo>
                    <a:pt x="1073780" y="735698"/>
                  </a:lnTo>
                  <a:lnTo>
                    <a:pt x="1056967" y="777866"/>
                  </a:lnTo>
                  <a:lnTo>
                    <a:pt x="1036872" y="818246"/>
                  </a:lnTo>
                  <a:lnTo>
                    <a:pt x="1013660" y="856670"/>
                  </a:lnTo>
                  <a:lnTo>
                    <a:pt x="987499" y="892973"/>
                  </a:lnTo>
                  <a:lnTo>
                    <a:pt x="958554" y="926990"/>
                  </a:lnTo>
                  <a:lnTo>
                    <a:pt x="926990" y="958554"/>
                  </a:lnTo>
                  <a:lnTo>
                    <a:pt x="892973" y="987499"/>
                  </a:lnTo>
                  <a:lnTo>
                    <a:pt x="856670" y="1013660"/>
                  </a:lnTo>
                  <a:lnTo>
                    <a:pt x="818246" y="1036872"/>
                  </a:lnTo>
                  <a:lnTo>
                    <a:pt x="777866" y="1056967"/>
                  </a:lnTo>
                  <a:lnTo>
                    <a:pt x="735698" y="1073780"/>
                  </a:lnTo>
                  <a:lnTo>
                    <a:pt x="691906" y="1087146"/>
                  </a:lnTo>
                  <a:lnTo>
                    <a:pt x="646657" y="1096899"/>
                  </a:lnTo>
                  <a:lnTo>
                    <a:pt x="600116" y="1102872"/>
                  </a:lnTo>
                  <a:lnTo>
                    <a:pt x="552449" y="1104899"/>
                  </a:lnTo>
                  <a:close/>
                </a:path>
              </a:pathLst>
            </a:custGeom>
            <a:solidFill>
              <a:srgbClr val="FF7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9317578" y="5518346"/>
            <a:ext cx="3984625" cy="3600450"/>
            <a:chOff x="9317578" y="5518346"/>
            <a:chExt cx="3984625" cy="3600450"/>
          </a:xfrm>
        </p:grpSpPr>
        <p:sp>
          <p:nvSpPr>
            <p:cNvPr id="114" name="object 114"/>
            <p:cNvSpPr/>
            <p:nvPr/>
          </p:nvSpPr>
          <p:spPr>
            <a:xfrm>
              <a:off x="9317578" y="6383759"/>
              <a:ext cx="3984625" cy="2734945"/>
            </a:xfrm>
            <a:custGeom>
              <a:avLst/>
              <a:gdLst/>
              <a:ahLst/>
              <a:cxnLst/>
              <a:rect l="l" t="t" r="r" b="b"/>
              <a:pathLst>
                <a:path w="3984625" h="2734945">
                  <a:moveTo>
                    <a:pt x="3651502" y="2734627"/>
                  </a:moveTo>
                  <a:lnTo>
                    <a:pt x="332612" y="2734627"/>
                  </a:lnTo>
                  <a:lnTo>
                    <a:pt x="283452" y="2731021"/>
                  </a:lnTo>
                  <a:lnTo>
                    <a:pt x="236535" y="2720548"/>
                  </a:lnTo>
                  <a:lnTo>
                    <a:pt x="192374" y="2703719"/>
                  </a:lnTo>
                  <a:lnTo>
                    <a:pt x="151483" y="2681051"/>
                  </a:lnTo>
                  <a:lnTo>
                    <a:pt x="114378" y="2653056"/>
                  </a:lnTo>
                  <a:lnTo>
                    <a:pt x="81570" y="2620249"/>
                  </a:lnTo>
                  <a:lnTo>
                    <a:pt x="53575" y="2583143"/>
                  </a:lnTo>
                  <a:lnTo>
                    <a:pt x="30907" y="2542253"/>
                  </a:lnTo>
                  <a:lnTo>
                    <a:pt x="14079" y="2498092"/>
                  </a:lnTo>
                  <a:lnTo>
                    <a:pt x="3605" y="2451174"/>
                  </a:lnTo>
                  <a:lnTo>
                    <a:pt x="0" y="2402014"/>
                  </a:lnTo>
                  <a:lnTo>
                    <a:pt x="0" y="332612"/>
                  </a:lnTo>
                  <a:lnTo>
                    <a:pt x="3605" y="283452"/>
                  </a:lnTo>
                  <a:lnTo>
                    <a:pt x="14079" y="236535"/>
                  </a:lnTo>
                  <a:lnTo>
                    <a:pt x="30907" y="192374"/>
                  </a:lnTo>
                  <a:lnTo>
                    <a:pt x="53575" y="151484"/>
                  </a:lnTo>
                  <a:lnTo>
                    <a:pt x="81570" y="114378"/>
                  </a:lnTo>
                  <a:lnTo>
                    <a:pt x="114378" y="81570"/>
                  </a:lnTo>
                  <a:lnTo>
                    <a:pt x="151483" y="53575"/>
                  </a:lnTo>
                  <a:lnTo>
                    <a:pt x="192374" y="30907"/>
                  </a:lnTo>
                  <a:lnTo>
                    <a:pt x="236535" y="14079"/>
                  </a:lnTo>
                  <a:lnTo>
                    <a:pt x="283452" y="3605"/>
                  </a:lnTo>
                  <a:lnTo>
                    <a:pt x="332612" y="0"/>
                  </a:lnTo>
                  <a:lnTo>
                    <a:pt x="3651502" y="0"/>
                  </a:lnTo>
                  <a:lnTo>
                    <a:pt x="3700663" y="3605"/>
                  </a:lnTo>
                  <a:lnTo>
                    <a:pt x="3747580" y="14079"/>
                  </a:lnTo>
                  <a:lnTo>
                    <a:pt x="3791741" y="30907"/>
                  </a:lnTo>
                  <a:lnTo>
                    <a:pt x="3832631" y="53575"/>
                  </a:lnTo>
                  <a:lnTo>
                    <a:pt x="3869737" y="81570"/>
                  </a:lnTo>
                  <a:lnTo>
                    <a:pt x="3902545" y="114378"/>
                  </a:lnTo>
                  <a:lnTo>
                    <a:pt x="3930539" y="151484"/>
                  </a:lnTo>
                  <a:lnTo>
                    <a:pt x="3953208" y="192374"/>
                  </a:lnTo>
                  <a:lnTo>
                    <a:pt x="3970036" y="236535"/>
                  </a:lnTo>
                  <a:lnTo>
                    <a:pt x="3980510" y="283452"/>
                  </a:lnTo>
                  <a:lnTo>
                    <a:pt x="3984115" y="332612"/>
                  </a:lnTo>
                  <a:lnTo>
                    <a:pt x="3984115" y="2402014"/>
                  </a:lnTo>
                  <a:lnTo>
                    <a:pt x="3980510" y="2451174"/>
                  </a:lnTo>
                  <a:lnTo>
                    <a:pt x="3970036" y="2498092"/>
                  </a:lnTo>
                  <a:lnTo>
                    <a:pt x="3953208" y="2542253"/>
                  </a:lnTo>
                  <a:lnTo>
                    <a:pt x="3930539" y="2583143"/>
                  </a:lnTo>
                  <a:lnTo>
                    <a:pt x="3902545" y="2620249"/>
                  </a:lnTo>
                  <a:lnTo>
                    <a:pt x="3869737" y="2653056"/>
                  </a:lnTo>
                  <a:lnTo>
                    <a:pt x="3832631" y="2681051"/>
                  </a:lnTo>
                  <a:lnTo>
                    <a:pt x="3791741" y="2703719"/>
                  </a:lnTo>
                  <a:lnTo>
                    <a:pt x="3747580" y="2720548"/>
                  </a:lnTo>
                  <a:lnTo>
                    <a:pt x="3700663" y="2731021"/>
                  </a:lnTo>
                  <a:lnTo>
                    <a:pt x="3651502" y="2734627"/>
                  </a:lnTo>
                  <a:close/>
                </a:path>
              </a:pathLst>
            </a:custGeom>
            <a:solidFill>
              <a:srgbClr val="B4EB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754834" y="5518346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552449" y="1104899"/>
                  </a:moveTo>
                  <a:lnTo>
                    <a:pt x="504783" y="1102872"/>
                  </a:lnTo>
                  <a:lnTo>
                    <a:pt x="458242" y="1096899"/>
                  </a:lnTo>
                  <a:lnTo>
                    <a:pt x="412993" y="1087146"/>
                  </a:lnTo>
                  <a:lnTo>
                    <a:pt x="369201" y="1073780"/>
                  </a:lnTo>
                  <a:lnTo>
                    <a:pt x="327033" y="1056967"/>
                  </a:lnTo>
                  <a:lnTo>
                    <a:pt x="286653" y="1036872"/>
                  </a:lnTo>
                  <a:lnTo>
                    <a:pt x="248229" y="1013660"/>
                  </a:lnTo>
                  <a:lnTo>
                    <a:pt x="211926" y="987499"/>
                  </a:lnTo>
                  <a:lnTo>
                    <a:pt x="177909" y="958554"/>
                  </a:lnTo>
                  <a:lnTo>
                    <a:pt x="146345" y="926990"/>
                  </a:lnTo>
                  <a:lnTo>
                    <a:pt x="117400" y="892973"/>
                  </a:lnTo>
                  <a:lnTo>
                    <a:pt x="91239" y="856670"/>
                  </a:lnTo>
                  <a:lnTo>
                    <a:pt x="68027" y="818246"/>
                  </a:lnTo>
                  <a:lnTo>
                    <a:pt x="47932" y="777866"/>
                  </a:lnTo>
                  <a:lnTo>
                    <a:pt x="31119" y="735698"/>
                  </a:lnTo>
                  <a:lnTo>
                    <a:pt x="17753" y="691906"/>
                  </a:lnTo>
                  <a:lnTo>
                    <a:pt x="8000" y="646657"/>
                  </a:lnTo>
                  <a:lnTo>
                    <a:pt x="2027" y="600116"/>
                  </a:lnTo>
                  <a:lnTo>
                    <a:pt x="0" y="552449"/>
                  </a:lnTo>
                  <a:lnTo>
                    <a:pt x="2027" y="504783"/>
                  </a:lnTo>
                  <a:lnTo>
                    <a:pt x="8000" y="458242"/>
                  </a:lnTo>
                  <a:lnTo>
                    <a:pt x="17753" y="412993"/>
                  </a:lnTo>
                  <a:lnTo>
                    <a:pt x="31119" y="369201"/>
                  </a:lnTo>
                  <a:lnTo>
                    <a:pt x="47932" y="327033"/>
                  </a:lnTo>
                  <a:lnTo>
                    <a:pt x="68027" y="286653"/>
                  </a:lnTo>
                  <a:lnTo>
                    <a:pt x="91239" y="248229"/>
                  </a:lnTo>
                  <a:lnTo>
                    <a:pt x="117400" y="211926"/>
                  </a:lnTo>
                  <a:lnTo>
                    <a:pt x="146345" y="177909"/>
                  </a:lnTo>
                  <a:lnTo>
                    <a:pt x="177909" y="146345"/>
                  </a:lnTo>
                  <a:lnTo>
                    <a:pt x="211926" y="117400"/>
                  </a:lnTo>
                  <a:lnTo>
                    <a:pt x="248229" y="91239"/>
                  </a:lnTo>
                  <a:lnTo>
                    <a:pt x="286653" y="68027"/>
                  </a:lnTo>
                  <a:lnTo>
                    <a:pt x="327033" y="47932"/>
                  </a:lnTo>
                  <a:lnTo>
                    <a:pt x="369201" y="31119"/>
                  </a:lnTo>
                  <a:lnTo>
                    <a:pt x="412993" y="17753"/>
                  </a:lnTo>
                  <a:lnTo>
                    <a:pt x="458242" y="8000"/>
                  </a:lnTo>
                  <a:lnTo>
                    <a:pt x="504783" y="2027"/>
                  </a:lnTo>
                  <a:lnTo>
                    <a:pt x="552449" y="0"/>
                  </a:lnTo>
                  <a:lnTo>
                    <a:pt x="600116" y="2027"/>
                  </a:lnTo>
                  <a:lnTo>
                    <a:pt x="646657" y="8000"/>
                  </a:lnTo>
                  <a:lnTo>
                    <a:pt x="691906" y="17753"/>
                  </a:lnTo>
                  <a:lnTo>
                    <a:pt x="735698" y="31119"/>
                  </a:lnTo>
                  <a:lnTo>
                    <a:pt x="777866" y="47932"/>
                  </a:lnTo>
                  <a:lnTo>
                    <a:pt x="818246" y="68027"/>
                  </a:lnTo>
                  <a:lnTo>
                    <a:pt x="856670" y="91239"/>
                  </a:lnTo>
                  <a:lnTo>
                    <a:pt x="892973" y="117400"/>
                  </a:lnTo>
                  <a:lnTo>
                    <a:pt x="926990" y="146345"/>
                  </a:lnTo>
                  <a:lnTo>
                    <a:pt x="958554" y="177909"/>
                  </a:lnTo>
                  <a:lnTo>
                    <a:pt x="987499" y="211926"/>
                  </a:lnTo>
                  <a:lnTo>
                    <a:pt x="1013660" y="248229"/>
                  </a:lnTo>
                  <a:lnTo>
                    <a:pt x="1036872" y="286653"/>
                  </a:lnTo>
                  <a:lnTo>
                    <a:pt x="1056967" y="327033"/>
                  </a:lnTo>
                  <a:lnTo>
                    <a:pt x="1073780" y="369201"/>
                  </a:lnTo>
                  <a:lnTo>
                    <a:pt x="1087146" y="412993"/>
                  </a:lnTo>
                  <a:lnTo>
                    <a:pt x="1096899" y="458242"/>
                  </a:lnTo>
                  <a:lnTo>
                    <a:pt x="1102872" y="504783"/>
                  </a:lnTo>
                  <a:lnTo>
                    <a:pt x="1104899" y="552449"/>
                  </a:lnTo>
                  <a:lnTo>
                    <a:pt x="1102872" y="600116"/>
                  </a:lnTo>
                  <a:lnTo>
                    <a:pt x="1096899" y="646657"/>
                  </a:lnTo>
                  <a:lnTo>
                    <a:pt x="1087146" y="691906"/>
                  </a:lnTo>
                  <a:lnTo>
                    <a:pt x="1073780" y="735698"/>
                  </a:lnTo>
                  <a:lnTo>
                    <a:pt x="1056967" y="777866"/>
                  </a:lnTo>
                  <a:lnTo>
                    <a:pt x="1036872" y="818246"/>
                  </a:lnTo>
                  <a:lnTo>
                    <a:pt x="1013660" y="856670"/>
                  </a:lnTo>
                  <a:lnTo>
                    <a:pt x="987499" y="892973"/>
                  </a:lnTo>
                  <a:lnTo>
                    <a:pt x="958554" y="926990"/>
                  </a:lnTo>
                  <a:lnTo>
                    <a:pt x="926990" y="958554"/>
                  </a:lnTo>
                  <a:lnTo>
                    <a:pt x="892973" y="987499"/>
                  </a:lnTo>
                  <a:lnTo>
                    <a:pt x="856670" y="1013660"/>
                  </a:lnTo>
                  <a:lnTo>
                    <a:pt x="818246" y="1036872"/>
                  </a:lnTo>
                  <a:lnTo>
                    <a:pt x="777866" y="1056967"/>
                  </a:lnTo>
                  <a:lnTo>
                    <a:pt x="735698" y="1073780"/>
                  </a:lnTo>
                  <a:lnTo>
                    <a:pt x="691906" y="1087146"/>
                  </a:lnTo>
                  <a:lnTo>
                    <a:pt x="646657" y="1096899"/>
                  </a:lnTo>
                  <a:lnTo>
                    <a:pt x="600116" y="1102872"/>
                  </a:lnTo>
                  <a:lnTo>
                    <a:pt x="552449" y="1104899"/>
                  </a:lnTo>
                  <a:close/>
                </a:path>
              </a:pathLst>
            </a:custGeom>
            <a:solidFill>
              <a:srgbClr val="45C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13764390" y="5518346"/>
            <a:ext cx="3984625" cy="3600450"/>
            <a:chOff x="13764390" y="5518346"/>
            <a:chExt cx="3984625" cy="3600450"/>
          </a:xfrm>
        </p:grpSpPr>
        <p:sp>
          <p:nvSpPr>
            <p:cNvPr id="117" name="object 117"/>
            <p:cNvSpPr/>
            <p:nvPr/>
          </p:nvSpPr>
          <p:spPr>
            <a:xfrm>
              <a:off x="13764390" y="6383759"/>
              <a:ext cx="3984625" cy="2734945"/>
            </a:xfrm>
            <a:custGeom>
              <a:avLst/>
              <a:gdLst/>
              <a:ahLst/>
              <a:cxnLst/>
              <a:rect l="l" t="t" r="r" b="b"/>
              <a:pathLst>
                <a:path w="3984625" h="2734945">
                  <a:moveTo>
                    <a:pt x="3651503" y="2734627"/>
                  </a:moveTo>
                  <a:lnTo>
                    <a:pt x="332612" y="2734627"/>
                  </a:lnTo>
                  <a:lnTo>
                    <a:pt x="283452" y="2731021"/>
                  </a:lnTo>
                  <a:lnTo>
                    <a:pt x="236535" y="2720548"/>
                  </a:lnTo>
                  <a:lnTo>
                    <a:pt x="192374" y="2703719"/>
                  </a:lnTo>
                  <a:lnTo>
                    <a:pt x="151483" y="2681051"/>
                  </a:lnTo>
                  <a:lnTo>
                    <a:pt x="114378" y="2653056"/>
                  </a:lnTo>
                  <a:lnTo>
                    <a:pt x="81570" y="2620249"/>
                  </a:lnTo>
                  <a:lnTo>
                    <a:pt x="53575" y="2583143"/>
                  </a:lnTo>
                  <a:lnTo>
                    <a:pt x="30907" y="2542253"/>
                  </a:lnTo>
                  <a:lnTo>
                    <a:pt x="14079" y="2498092"/>
                  </a:lnTo>
                  <a:lnTo>
                    <a:pt x="3605" y="2451174"/>
                  </a:lnTo>
                  <a:lnTo>
                    <a:pt x="0" y="2402014"/>
                  </a:lnTo>
                  <a:lnTo>
                    <a:pt x="0" y="332612"/>
                  </a:lnTo>
                  <a:lnTo>
                    <a:pt x="3605" y="283452"/>
                  </a:lnTo>
                  <a:lnTo>
                    <a:pt x="14079" y="236535"/>
                  </a:lnTo>
                  <a:lnTo>
                    <a:pt x="30907" y="192374"/>
                  </a:lnTo>
                  <a:lnTo>
                    <a:pt x="53575" y="151484"/>
                  </a:lnTo>
                  <a:lnTo>
                    <a:pt x="81570" y="114378"/>
                  </a:lnTo>
                  <a:lnTo>
                    <a:pt x="114378" y="81570"/>
                  </a:lnTo>
                  <a:lnTo>
                    <a:pt x="151483" y="53575"/>
                  </a:lnTo>
                  <a:lnTo>
                    <a:pt x="192374" y="30907"/>
                  </a:lnTo>
                  <a:lnTo>
                    <a:pt x="236535" y="14079"/>
                  </a:lnTo>
                  <a:lnTo>
                    <a:pt x="283452" y="3605"/>
                  </a:lnTo>
                  <a:lnTo>
                    <a:pt x="332612" y="0"/>
                  </a:lnTo>
                  <a:lnTo>
                    <a:pt x="3651503" y="0"/>
                  </a:lnTo>
                  <a:lnTo>
                    <a:pt x="3700663" y="3605"/>
                  </a:lnTo>
                  <a:lnTo>
                    <a:pt x="3747581" y="14079"/>
                  </a:lnTo>
                  <a:lnTo>
                    <a:pt x="3791742" y="30907"/>
                  </a:lnTo>
                  <a:lnTo>
                    <a:pt x="3832632" y="53575"/>
                  </a:lnTo>
                  <a:lnTo>
                    <a:pt x="3869738" y="81570"/>
                  </a:lnTo>
                  <a:lnTo>
                    <a:pt x="3902545" y="114378"/>
                  </a:lnTo>
                  <a:lnTo>
                    <a:pt x="3930540" y="151484"/>
                  </a:lnTo>
                  <a:lnTo>
                    <a:pt x="3953209" y="192374"/>
                  </a:lnTo>
                  <a:lnTo>
                    <a:pt x="3970037" y="236535"/>
                  </a:lnTo>
                  <a:lnTo>
                    <a:pt x="3980511" y="283452"/>
                  </a:lnTo>
                  <a:lnTo>
                    <a:pt x="3984116" y="332612"/>
                  </a:lnTo>
                  <a:lnTo>
                    <a:pt x="3984116" y="2402014"/>
                  </a:lnTo>
                  <a:lnTo>
                    <a:pt x="3980511" y="2451174"/>
                  </a:lnTo>
                  <a:lnTo>
                    <a:pt x="3970037" y="2498092"/>
                  </a:lnTo>
                  <a:lnTo>
                    <a:pt x="3953209" y="2542253"/>
                  </a:lnTo>
                  <a:lnTo>
                    <a:pt x="3930540" y="2583143"/>
                  </a:lnTo>
                  <a:lnTo>
                    <a:pt x="3902545" y="2620249"/>
                  </a:lnTo>
                  <a:lnTo>
                    <a:pt x="3869738" y="2653056"/>
                  </a:lnTo>
                  <a:lnTo>
                    <a:pt x="3832632" y="2681051"/>
                  </a:lnTo>
                  <a:lnTo>
                    <a:pt x="3791742" y="2703719"/>
                  </a:lnTo>
                  <a:lnTo>
                    <a:pt x="3747581" y="2720548"/>
                  </a:lnTo>
                  <a:lnTo>
                    <a:pt x="3700663" y="2731021"/>
                  </a:lnTo>
                  <a:lnTo>
                    <a:pt x="3651503" y="2734627"/>
                  </a:lnTo>
                  <a:close/>
                </a:path>
              </a:pathLst>
            </a:custGeom>
            <a:solidFill>
              <a:srgbClr val="FFE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5201645" y="5518346"/>
              <a:ext cx="1104900" cy="1104900"/>
            </a:xfrm>
            <a:custGeom>
              <a:avLst/>
              <a:gdLst/>
              <a:ahLst/>
              <a:cxnLst/>
              <a:rect l="l" t="t" r="r" b="b"/>
              <a:pathLst>
                <a:path w="1104900" h="1104900">
                  <a:moveTo>
                    <a:pt x="552449" y="1104899"/>
                  </a:moveTo>
                  <a:lnTo>
                    <a:pt x="504783" y="1102872"/>
                  </a:lnTo>
                  <a:lnTo>
                    <a:pt x="458242" y="1096899"/>
                  </a:lnTo>
                  <a:lnTo>
                    <a:pt x="412993" y="1087146"/>
                  </a:lnTo>
                  <a:lnTo>
                    <a:pt x="369201" y="1073780"/>
                  </a:lnTo>
                  <a:lnTo>
                    <a:pt x="327033" y="1056967"/>
                  </a:lnTo>
                  <a:lnTo>
                    <a:pt x="286653" y="1036872"/>
                  </a:lnTo>
                  <a:lnTo>
                    <a:pt x="248229" y="1013660"/>
                  </a:lnTo>
                  <a:lnTo>
                    <a:pt x="211926" y="987499"/>
                  </a:lnTo>
                  <a:lnTo>
                    <a:pt x="177909" y="958554"/>
                  </a:lnTo>
                  <a:lnTo>
                    <a:pt x="146345" y="926990"/>
                  </a:lnTo>
                  <a:lnTo>
                    <a:pt x="117400" y="892973"/>
                  </a:lnTo>
                  <a:lnTo>
                    <a:pt x="91239" y="856670"/>
                  </a:lnTo>
                  <a:lnTo>
                    <a:pt x="68027" y="818246"/>
                  </a:lnTo>
                  <a:lnTo>
                    <a:pt x="47932" y="777866"/>
                  </a:lnTo>
                  <a:lnTo>
                    <a:pt x="31119" y="735698"/>
                  </a:lnTo>
                  <a:lnTo>
                    <a:pt x="17753" y="691906"/>
                  </a:lnTo>
                  <a:lnTo>
                    <a:pt x="8000" y="646657"/>
                  </a:lnTo>
                  <a:lnTo>
                    <a:pt x="2027" y="600116"/>
                  </a:lnTo>
                  <a:lnTo>
                    <a:pt x="0" y="552449"/>
                  </a:lnTo>
                  <a:lnTo>
                    <a:pt x="2027" y="504783"/>
                  </a:lnTo>
                  <a:lnTo>
                    <a:pt x="8000" y="458242"/>
                  </a:lnTo>
                  <a:lnTo>
                    <a:pt x="17753" y="412993"/>
                  </a:lnTo>
                  <a:lnTo>
                    <a:pt x="31119" y="369201"/>
                  </a:lnTo>
                  <a:lnTo>
                    <a:pt x="47932" y="327033"/>
                  </a:lnTo>
                  <a:lnTo>
                    <a:pt x="68027" y="286653"/>
                  </a:lnTo>
                  <a:lnTo>
                    <a:pt x="91239" y="248229"/>
                  </a:lnTo>
                  <a:lnTo>
                    <a:pt x="117400" y="211926"/>
                  </a:lnTo>
                  <a:lnTo>
                    <a:pt x="146345" y="177909"/>
                  </a:lnTo>
                  <a:lnTo>
                    <a:pt x="177909" y="146345"/>
                  </a:lnTo>
                  <a:lnTo>
                    <a:pt x="211926" y="117400"/>
                  </a:lnTo>
                  <a:lnTo>
                    <a:pt x="248229" y="91239"/>
                  </a:lnTo>
                  <a:lnTo>
                    <a:pt x="286653" y="68027"/>
                  </a:lnTo>
                  <a:lnTo>
                    <a:pt x="327033" y="47932"/>
                  </a:lnTo>
                  <a:lnTo>
                    <a:pt x="369201" y="31119"/>
                  </a:lnTo>
                  <a:lnTo>
                    <a:pt x="412993" y="17753"/>
                  </a:lnTo>
                  <a:lnTo>
                    <a:pt x="458242" y="8000"/>
                  </a:lnTo>
                  <a:lnTo>
                    <a:pt x="504783" y="2027"/>
                  </a:lnTo>
                  <a:lnTo>
                    <a:pt x="552449" y="0"/>
                  </a:lnTo>
                  <a:lnTo>
                    <a:pt x="600116" y="2027"/>
                  </a:lnTo>
                  <a:lnTo>
                    <a:pt x="646657" y="8000"/>
                  </a:lnTo>
                  <a:lnTo>
                    <a:pt x="691906" y="17753"/>
                  </a:lnTo>
                  <a:lnTo>
                    <a:pt x="735698" y="31119"/>
                  </a:lnTo>
                  <a:lnTo>
                    <a:pt x="777866" y="47932"/>
                  </a:lnTo>
                  <a:lnTo>
                    <a:pt x="818246" y="68027"/>
                  </a:lnTo>
                  <a:lnTo>
                    <a:pt x="856670" y="91239"/>
                  </a:lnTo>
                  <a:lnTo>
                    <a:pt x="892973" y="117400"/>
                  </a:lnTo>
                  <a:lnTo>
                    <a:pt x="926990" y="146345"/>
                  </a:lnTo>
                  <a:lnTo>
                    <a:pt x="958554" y="177909"/>
                  </a:lnTo>
                  <a:lnTo>
                    <a:pt x="987499" y="211926"/>
                  </a:lnTo>
                  <a:lnTo>
                    <a:pt x="1013660" y="248229"/>
                  </a:lnTo>
                  <a:lnTo>
                    <a:pt x="1036872" y="286653"/>
                  </a:lnTo>
                  <a:lnTo>
                    <a:pt x="1056967" y="327033"/>
                  </a:lnTo>
                  <a:lnTo>
                    <a:pt x="1073780" y="369201"/>
                  </a:lnTo>
                  <a:lnTo>
                    <a:pt x="1087146" y="412993"/>
                  </a:lnTo>
                  <a:lnTo>
                    <a:pt x="1096899" y="458242"/>
                  </a:lnTo>
                  <a:lnTo>
                    <a:pt x="1102872" y="504783"/>
                  </a:lnTo>
                  <a:lnTo>
                    <a:pt x="1104899" y="552449"/>
                  </a:lnTo>
                  <a:lnTo>
                    <a:pt x="1102872" y="600116"/>
                  </a:lnTo>
                  <a:lnTo>
                    <a:pt x="1096899" y="646657"/>
                  </a:lnTo>
                  <a:lnTo>
                    <a:pt x="1087146" y="691906"/>
                  </a:lnTo>
                  <a:lnTo>
                    <a:pt x="1073780" y="735698"/>
                  </a:lnTo>
                  <a:lnTo>
                    <a:pt x="1056967" y="777866"/>
                  </a:lnTo>
                  <a:lnTo>
                    <a:pt x="1036872" y="818246"/>
                  </a:lnTo>
                  <a:lnTo>
                    <a:pt x="1013660" y="856670"/>
                  </a:lnTo>
                  <a:lnTo>
                    <a:pt x="987499" y="892973"/>
                  </a:lnTo>
                  <a:lnTo>
                    <a:pt x="958554" y="926990"/>
                  </a:lnTo>
                  <a:lnTo>
                    <a:pt x="926990" y="958554"/>
                  </a:lnTo>
                  <a:lnTo>
                    <a:pt x="892973" y="987499"/>
                  </a:lnTo>
                  <a:lnTo>
                    <a:pt x="856670" y="1013660"/>
                  </a:lnTo>
                  <a:lnTo>
                    <a:pt x="818246" y="1036872"/>
                  </a:lnTo>
                  <a:lnTo>
                    <a:pt x="777866" y="1056967"/>
                  </a:lnTo>
                  <a:lnTo>
                    <a:pt x="735698" y="1073780"/>
                  </a:lnTo>
                  <a:lnTo>
                    <a:pt x="691906" y="1087146"/>
                  </a:lnTo>
                  <a:lnTo>
                    <a:pt x="646657" y="1096899"/>
                  </a:lnTo>
                  <a:lnTo>
                    <a:pt x="600116" y="1102872"/>
                  </a:lnTo>
                  <a:lnTo>
                    <a:pt x="552449" y="1104899"/>
                  </a:lnTo>
                  <a:close/>
                </a:path>
              </a:pathLst>
            </a:custGeom>
            <a:solidFill>
              <a:srgbClr val="F1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664144" y="6706501"/>
            <a:ext cx="36995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algn="just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5</a:t>
            </a:r>
            <a:r>
              <a:rPr sz="3000" b="1" spc="-5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pest</a:t>
            </a:r>
            <a:r>
              <a:rPr sz="3000" b="1" spc="-50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classes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:</a:t>
            </a:r>
            <a:r>
              <a:rPr sz="3000" spc="-50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1B1B1A"/>
                </a:solidFill>
                <a:latin typeface="Calibri"/>
                <a:cs typeface="Calibri"/>
              </a:rPr>
              <a:t>Rice</a:t>
            </a:r>
            <a:endParaRPr sz="3000">
              <a:latin typeface="Calibri"/>
              <a:cs typeface="Calibri"/>
            </a:endParaRPr>
          </a:p>
          <a:p>
            <a:pPr marL="35560" marR="5080" indent="-23495" algn="just">
              <a:lnSpc>
                <a:spcPct val="100000"/>
              </a:lnSpc>
            </a:pP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Bug,</a:t>
            </a:r>
            <a:r>
              <a:rPr sz="3000" spc="-30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Green</a:t>
            </a:r>
            <a:r>
              <a:rPr sz="3000" spc="-2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1B1B1A"/>
                </a:solidFill>
                <a:latin typeface="Calibri"/>
                <a:cs typeface="Calibri"/>
              </a:rPr>
              <a:t>Leafhopper,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Planthopper, Rice </a:t>
            </a:r>
            <a:r>
              <a:rPr sz="3000" spc="-20" dirty="0">
                <a:solidFill>
                  <a:srgbClr val="1B1B1A"/>
                </a:solidFill>
                <a:latin typeface="Calibri"/>
                <a:cs typeface="Calibri"/>
              </a:rPr>
              <a:t>Stem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Borer,</a:t>
            </a:r>
            <a:r>
              <a:rPr sz="3000" spc="-20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Rice</a:t>
            </a:r>
            <a:r>
              <a:rPr sz="3000" spc="-20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Leaf</a:t>
            </a:r>
            <a:r>
              <a:rPr sz="3000" spc="63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1B1B1A"/>
                </a:solidFill>
                <a:latin typeface="Calibri"/>
                <a:cs typeface="Calibri"/>
              </a:rPr>
              <a:t>Roller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335324" y="6643875"/>
            <a:ext cx="318579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275</a:t>
            </a:r>
            <a:r>
              <a:rPr sz="3000" b="1" spc="-2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original</a:t>
            </a:r>
            <a:r>
              <a:rPr sz="3000" b="1" spc="-2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1B1B1A"/>
                </a:solidFill>
                <a:latin typeface="Calibri"/>
                <a:cs typeface="Calibri"/>
              </a:rPr>
              <a:t>images,</a:t>
            </a:r>
            <a:endParaRPr sz="3000">
              <a:latin typeface="Calibri"/>
              <a:cs typeface="Calibri"/>
            </a:endParaRPr>
          </a:p>
          <a:p>
            <a:pPr marL="142875" marR="135255" algn="ctr">
              <a:lnSpc>
                <a:spcPct val="100000"/>
              </a:lnSpc>
            </a:pP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expanded</a:t>
            </a:r>
            <a:r>
              <a:rPr sz="3000" spc="-1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to</a:t>
            </a:r>
            <a:r>
              <a:rPr sz="3000" spc="-15" dirty="0">
                <a:solidFill>
                  <a:srgbClr val="1B1B1A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1B1B1A"/>
                </a:solidFill>
                <a:latin typeface="Calibri"/>
                <a:cs typeface="Calibri"/>
              </a:rPr>
              <a:t>5,054 </a:t>
            </a:r>
            <a:r>
              <a:rPr sz="3000" dirty="0">
                <a:solidFill>
                  <a:srgbClr val="1B1B1A"/>
                </a:solidFill>
                <a:latin typeface="Calibri"/>
                <a:cs typeface="Calibri"/>
              </a:rPr>
              <a:t>using </a:t>
            </a:r>
            <a:r>
              <a:rPr sz="3000" b="1" spc="-20" dirty="0">
                <a:solidFill>
                  <a:srgbClr val="1B1B1A"/>
                </a:solidFill>
                <a:latin typeface="Calibri"/>
                <a:cs typeface="Calibri"/>
              </a:rPr>
              <a:t>data </a:t>
            </a: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augmentation </a:t>
            </a:r>
            <a:r>
              <a:rPr sz="3000" b="1" spc="-50" dirty="0">
                <a:solidFill>
                  <a:srgbClr val="1B1B1A"/>
                </a:solidFill>
                <a:latin typeface="Calibri"/>
                <a:cs typeface="Calibri"/>
              </a:rPr>
              <a:t>&amp; </a:t>
            </a:r>
            <a:r>
              <a:rPr sz="3000" b="1" dirty="0">
                <a:solidFill>
                  <a:srgbClr val="1B1B1A"/>
                </a:solidFill>
                <a:latin typeface="Calibri"/>
                <a:cs typeface="Calibri"/>
              </a:rPr>
              <a:t>transfer </a:t>
            </a:r>
            <a:r>
              <a:rPr sz="3000" b="1" spc="-10" dirty="0">
                <a:solidFill>
                  <a:srgbClr val="1B1B1A"/>
                </a:solidFill>
                <a:latin typeface="Calibri"/>
                <a:cs typeface="Calibri"/>
              </a:rPr>
              <a:t>learning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364144" y="5742857"/>
            <a:ext cx="23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740205" y="5775508"/>
            <a:ext cx="23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1197905" y="5726531"/>
            <a:ext cx="23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5606617" y="5742857"/>
            <a:ext cx="23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5" name="object 125"/>
          <p:cNvSpPr txBox="1">
            <a:spLocks noGrp="1"/>
          </p:cNvSpPr>
          <p:nvPr>
            <p:ph type="title"/>
          </p:nvPr>
        </p:nvSpPr>
        <p:spPr>
          <a:xfrm>
            <a:off x="5904251" y="2349595"/>
            <a:ext cx="6185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</a:rPr>
              <a:t>Novelty</a:t>
            </a:r>
            <a:r>
              <a:rPr sz="4800" spc="-80" dirty="0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and</a:t>
            </a:r>
            <a:r>
              <a:rPr sz="4800" spc="-75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Uniqueness</a:t>
            </a:r>
            <a:endParaRPr sz="4800"/>
          </a:p>
        </p:txBody>
      </p:sp>
      <p:sp>
        <p:nvSpPr>
          <p:cNvPr id="126" name="object 126"/>
          <p:cNvSpPr txBox="1"/>
          <p:nvPr/>
        </p:nvSpPr>
        <p:spPr>
          <a:xfrm>
            <a:off x="9628638" y="6659838"/>
            <a:ext cx="3503929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Calibri"/>
                <a:cs typeface="Calibri"/>
              </a:rPr>
              <a:t>Real-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Risk</a:t>
            </a:r>
            <a:endParaRPr sz="30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Categorization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Engine- </a:t>
            </a:r>
            <a:r>
              <a:rPr sz="3000" b="1" dirty="0">
                <a:latin typeface="Calibri"/>
                <a:cs typeface="Calibri"/>
              </a:rPr>
              <a:t>Dynamic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High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50" dirty="0">
                <a:latin typeface="Calibri"/>
                <a:cs typeface="Calibri"/>
              </a:rPr>
              <a:t>/ </a:t>
            </a:r>
            <a:r>
              <a:rPr sz="3000" b="1" dirty="0">
                <a:latin typeface="Calibri"/>
                <a:cs typeface="Calibri"/>
              </a:rPr>
              <a:t>Medium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/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Low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risk </a:t>
            </a:r>
            <a:r>
              <a:rPr sz="3000" b="1" spc="-10" dirty="0">
                <a:latin typeface="Calibri"/>
                <a:cs typeface="Calibri"/>
              </a:rPr>
              <a:t>scoring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3975875" y="6853425"/>
            <a:ext cx="352996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High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Alert: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Triggered </a:t>
            </a:r>
            <a:r>
              <a:rPr sz="3000" dirty="0">
                <a:latin typeface="Calibri"/>
                <a:cs typeface="Calibri"/>
              </a:rPr>
              <a:t>when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high-risk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pest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detected,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email service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927" y="2321385"/>
            <a:ext cx="3228974" cy="2143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5854" y="1602247"/>
            <a:ext cx="6924674" cy="40290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0517" y="6065281"/>
            <a:ext cx="5257799" cy="38290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065281"/>
            <a:ext cx="6000749" cy="23050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36540" y="3270183"/>
            <a:ext cx="6486525" cy="416324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0743" y="703631"/>
            <a:ext cx="7219315" cy="13722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660"/>
              </a:spcBef>
              <a:tabLst>
                <a:tab pos="1981835" algn="l"/>
                <a:tab pos="3379470" algn="l"/>
                <a:tab pos="3996690" algn="l"/>
                <a:tab pos="5213350" algn="l"/>
                <a:tab pos="7030720" algn="l"/>
              </a:tabLst>
            </a:pPr>
            <a:r>
              <a:rPr spc="-10" dirty="0"/>
              <a:t>Screen</a:t>
            </a:r>
            <a:r>
              <a:rPr dirty="0"/>
              <a:t>	</a:t>
            </a:r>
            <a:r>
              <a:rPr spc="-10" dirty="0"/>
              <a:t>shots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your</a:t>
            </a:r>
            <a:r>
              <a:rPr dirty="0"/>
              <a:t>	</a:t>
            </a:r>
            <a:r>
              <a:rPr spc="-10" dirty="0"/>
              <a:t>project</a:t>
            </a:r>
            <a:r>
              <a:rPr dirty="0"/>
              <a:t>	</a:t>
            </a:r>
            <a:r>
              <a:rPr spc="-50" dirty="0"/>
              <a:t>-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3500" dirty="0">
                <a:solidFill>
                  <a:srgbClr val="000000"/>
                </a:solidFill>
              </a:rPr>
              <a:t>Predict</a:t>
            </a:r>
            <a:r>
              <a:rPr sz="3500" spc="-135" dirty="0">
                <a:solidFill>
                  <a:srgbClr val="000000"/>
                </a:solidFill>
              </a:rPr>
              <a:t> </a:t>
            </a:r>
            <a:r>
              <a:rPr sz="3500" dirty="0">
                <a:solidFill>
                  <a:srgbClr val="000000"/>
                </a:solidFill>
              </a:rPr>
              <a:t>Page</a:t>
            </a:r>
            <a:r>
              <a:rPr sz="3500" spc="-130" dirty="0">
                <a:solidFill>
                  <a:srgbClr val="000000"/>
                </a:solidFill>
              </a:rPr>
              <a:t> </a:t>
            </a:r>
            <a:r>
              <a:rPr sz="3500" spc="-50" dirty="0">
                <a:solidFill>
                  <a:srgbClr val="000000"/>
                </a:solidFill>
              </a:rPr>
              <a:t>-</a:t>
            </a:r>
            <a:endParaRPr sz="3500"/>
          </a:p>
        </p:txBody>
      </p:sp>
      <p:sp>
        <p:nvSpPr>
          <p:cNvPr id="8" name="object 8"/>
          <p:cNvSpPr txBox="1"/>
          <p:nvPr/>
        </p:nvSpPr>
        <p:spPr>
          <a:xfrm>
            <a:off x="384227" y="4485014"/>
            <a:ext cx="28365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libri"/>
                <a:cs typeface="Calibri"/>
              </a:rPr>
              <a:t>Pest: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Green </a:t>
            </a:r>
            <a:r>
              <a:rPr sz="3000" spc="-10" dirty="0">
                <a:latin typeface="Calibri"/>
                <a:cs typeface="Calibri"/>
              </a:rPr>
              <a:t>Leafhopper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05443" y="2056272"/>
            <a:ext cx="58839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High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Alert: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Triggered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high-</a:t>
            </a:r>
            <a:r>
              <a:rPr sz="3000" spc="-20" dirty="0">
                <a:latin typeface="Calibri"/>
                <a:cs typeface="Calibri"/>
              </a:rPr>
              <a:t>risk </a:t>
            </a:r>
            <a:r>
              <a:rPr sz="3000" dirty="0">
                <a:latin typeface="Calibri"/>
                <a:cs typeface="Calibri"/>
              </a:rPr>
              <a:t>pest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detected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446274" y="1864132"/>
            <a:ext cx="0" cy="7621905"/>
          </a:xfrm>
          <a:custGeom>
            <a:avLst/>
            <a:gdLst/>
            <a:ahLst/>
            <a:cxnLst/>
            <a:rect l="l" t="t" r="r" b="b"/>
            <a:pathLst>
              <a:path h="7621905">
                <a:moveTo>
                  <a:pt x="0" y="7621891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271" y="5277696"/>
            <a:ext cx="7237101" cy="46958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7338" y="5735522"/>
            <a:ext cx="5800598" cy="42193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795" y="2141087"/>
            <a:ext cx="2990849" cy="1990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0536" y="1190068"/>
            <a:ext cx="9077324" cy="44005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2637" y="432260"/>
            <a:ext cx="6972934" cy="125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6089" algn="l"/>
                <a:tab pos="3133090" algn="l"/>
                <a:tab pos="3750310" algn="l"/>
                <a:tab pos="4967605" algn="l"/>
                <a:tab pos="6784340" algn="l"/>
              </a:tabLst>
            </a:pPr>
            <a:r>
              <a:rPr spc="-10" dirty="0"/>
              <a:t>Screen</a:t>
            </a:r>
            <a:r>
              <a:rPr dirty="0"/>
              <a:t>	</a:t>
            </a:r>
            <a:r>
              <a:rPr spc="-10" dirty="0"/>
              <a:t>shots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your</a:t>
            </a:r>
            <a:r>
              <a:rPr dirty="0"/>
              <a:t>	</a:t>
            </a:r>
            <a:r>
              <a:rPr spc="-10" dirty="0"/>
              <a:t>project</a:t>
            </a:r>
            <a:r>
              <a:rPr dirty="0"/>
              <a:t>	</a:t>
            </a:r>
            <a:r>
              <a:rPr spc="-50" dirty="0"/>
              <a:t>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000000"/>
                </a:solidFill>
              </a:rPr>
              <a:t>Live</a:t>
            </a:r>
            <a:r>
              <a:rPr sz="3500" spc="-145" dirty="0">
                <a:solidFill>
                  <a:srgbClr val="000000"/>
                </a:solidFill>
              </a:rPr>
              <a:t> </a:t>
            </a:r>
            <a:r>
              <a:rPr sz="3500" dirty="0">
                <a:solidFill>
                  <a:srgbClr val="000000"/>
                </a:solidFill>
              </a:rPr>
              <a:t>Monitoring</a:t>
            </a:r>
            <a:r>
              <a:rPr sz="3500" spc="-140" dirty="0">
                <a:solidFill>
                  <a:srgbClr val="000000"/>
                </a:solidFill>
              </a:rPr>
              <a:t> </a:t>
            </a:r>
            <a:r>
              <a:rPr sz="3500" dirty="0">
                <a:solidFill>
                  <a:srgbClr val="000000"/>
                </a:solidFill>
              </a:rPr>
              <a:t>Page</a:t>
            </a:r>
            <a:r>
              <a:rPr sz="3500" spc="-145" dirty="0">
                <a:solidFill>
                  <a:srgbClr val="000000"/>
                </a:solidFill>
              </a:rPr>
              <a:t> </a:t>
            </a:r>
            <a:r>
              <a:rPr sz="3500" spc="-50" dirty="0">
                <a:solidFill>
                  <a:srgbClr val="000000"/>
                </a:solidFill>
              </a:rPr>
              <a:t>-</a:t>
            </a:r>
            <a:endParaRPr sz="35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8819" rIns="0" bIns="0" rtlCol="0">
            <a:spAutoFit/>
          </a:bodyPr>
          <a:lstStyle/>
          <a:p>
            <a:pPr marL="3328035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spc="-80" dirty="0"/>
              <a:t> </a:t>
            </a:r>
            <a:r>
              <a:rPr spc="-10" dirty="0"/>
              <a:t>Monitoring:</a:t>
            </a:r>
          </a:p>
          <a:p>
            <a:pPr marL="3328035" marR="508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Continuous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pest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detection </a:t>
            </a:r>
            <a:r>
              <a:rPr b="0" dirty="0">
                <a:latin typeface="Calibri"/>
                <a:cs typeface="Calibri"/>
              </a:rPr>
              <a:t>using </a:t>
            </a:r>
            <a:r>
              <a:rPr spc="-10" dirty="0"/>
              <a:t>OpenCV</a:t>
            </a:r>
          </a:p>
          <a:p>
            <a:pPr>
              <a:lnSpc>
                <a:spcPct val="100000"/>
              </a:lnSpc>
              <a:spcBef>
                <a:spcPts val="3045"/>
              </a:spcBef>
            </a:pPr>
            <a:r>
              <a:rPr dirty="0"/>
              <a:t>Pest:</a:t>
            </a:r>
            <a:r>
              <a:rPr spc="-35" dirty="0"/>
              <a:t> </a:t>
            </a:r>
            <a:r>
              <a:rPr b="0" dirty="0">
                <a:latin typeface="Calibri"/>
                <a:cs typeface="Calibri"/>
              </a:rPr>
              <a:t>Rice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Bug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94" y="1881490"/>
            <a:ext cx="14506572" cy="80998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5265"/>
              </a:lnSpc>
              <a:spcBef>
                <a:spcPts val="100"/>
              </a:spcBef>
              <a:tabLst>
                <a:tab pos="1761489" algn="l"/>
                <a:tab pos="3158490" algn="l"/>
                <a:tab pos="3775710" algn="l"/>
                <a:tab pos="4993005" algn="l"/>
                <a:tab pos="6809740" algn="l"/>
              </a:tabLst>
            </a:pPr>
            <a:r>
              <a:rPr spc="-10" dirty="0"/>
              <a:t>Screen</a:t>
            </a:r>
            <a:r>
              <a:rPr dirty="0"/>
              <a:t>	</a:t>
            </a:r>
            <a:r>
              <a:rPr spc="-10" dirty="0"/>
              <a:t>shots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your</a:t>
            </a:r>
            <a:r>
              <a:rPr dirty="0"/>
              <a:t>	</a:t>
            </a:r>
            <a:r>
              <a:rPr spc="-10" dirty="0"/>
              <a:t>project</a:t>
            </a:r>
            <a:r>
              <a:rPr dirty="0"/>
              <a:t>	</a:t>
            </a:r>
            <a:r>
              <a:rPr spc="-50" dirty="0"/>
              <a:t>-</a:t>
            </a:r>
          </a:p>
          <a:p>
            <a:pPr marL="130810">
              <a:lnSpc>
                <a:spcPts val="4065"/>
              </a:lnSpc>
            </a:pPr>
            <a:r>
              <a:rPr sz="5250" baseline="-6349" dirty="0">
                <a:solidFill>
                  <a:srgbClr val="000000"/>
                </a:solidFill>
              </a:rPr>
              <a:t>Analytic</a:t>
            </a:r>
            <a:r>
              <a:rPr sz="5250" spc="-135" baseline="-6349" dirty="0">
                <a:solidFill>
                  <a:srgbClr val="000000"/>
                </a:solidFill>
              </a:rPr>
              <a:t> </a:t>
            </a:r>
            <a:r>
              <a:rPr sz="5250" baseline="-6349" dirty="0">
                <a:solidFill>
                  <a:srgbClr val="000000"/>
                </a:solidFill>
              </a:rPr>
              <a:t>Dashboard</a:t>
            </a:r>
            <a:r>
              <a:rPr sz="5250" spc="-127" baseline="-6349" dirty="0">
                <a:solidFill>
                  <a:srgbClr val="000000"/>
                </a:solidFill>
              </a:rPr>
              <a:t> </a:t>
            </a:r>
            <a:r>
              <a:rPr sz="5250" baseline="-6349" dirty="0">
                <a:solidFill>
                  <a:srgbClr val="000000"/>
                </a:solidFill>
              </a:rPr>
              <a:t>Page</a:t>
            </a:r>
            <a:r>
              <a:rPr sz="5250" spc="-127" baseline="-6349" dirty="0">
                <a:solidFill>
                  <a:srgbClr val="000000"/>
                </a:solidFill>
              </a:rPr>
              <a:t> </a:t>
            </a:r>
            <a:r>
              <a:rPr sz="5250" b="0" baseline="-6349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5250" b="0" spc="-202" baseline="-63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(Monthly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Summary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Recent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Detections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Detection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spc="-20" dirty="0">
                <a:solidFill>
                  <a:srgbClr val="000000"/>
                </a:solidFill>
                <a:latin typeface="Calibri"/>
                <a:cs typeface="Calibri"/>
              </a:rPr>
              <a:t>Trends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"/>
                <a:cs typeface="Calibri"/>
              </a:rPr>
              <a:t>Daily</a:t>
            </a:r>
            <a:r>
              <a:rPr sz="30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b="0" spc="-10" dirty="0">
                <a:solidFill>
                  <a:srgbClr val="000000"/>
                </a:solidFill>
                <a:latin typeface="Calibri"/>
                <a:cs typeface="Calibri"/>
              </a:rPr>
              <a:t>Analysis)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322" y="999126"/>
            <a:ext cx="5794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Impact</a:t>
            </a:r>
            <a:r>
              <a:rPr sz="4800" spc="-55" dirty="0"/>
              <a:t> </a:t>
            </a:r>
            <a:r>
              <a:rPr sz="4800" dirty="0"/>
              <a:t>&amp;</a:t>
            </a:r>
            <a:r>
              <a:rPr sz="4800" spc="-55" dirty="0"/>
              <a:t> </a:t>
            </a:r>
            <a:r>
              <a:rPr sz="4800" dirty="0"/>
              <a:t>Future</a:t>
            </a:r>
            <a:r>
              <a:rPr sz="4800" spc="-50" dirty="0"/>
              <a:t> </a:t>
            </a:r>
            <a:r>
              <a:rPr sz="4800" spc="-10" dirty="0"/>
              <a:t>Scope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2967037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881437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4795837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5710237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239" y="6624636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5014" y="2259012"/>
            <a:ext cx="761365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libri"/>
                <a:cs typeface="Calibri"/>
              </a:rPr>
              <a:t>Impact</a:t>
            </a:r>
            <a:endParaRPr sz="3000">
              <a:latin typeface="Calibri"/>
              <a:cs typeface="Calibri"/>
            </a:endParaRPr>
          </a:p>
          <a:p>
            <a:pPr marL="659765" marR="889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Early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detection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reduces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crop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damage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spc="-50" dirty="0">
                <a:latin typeface="Calibri"/>
                <a:cs typeface="Calibri"/>
              </a:rPr>
              <a:t>&amp; </a:t>
            </a:r>
            <a:r>
              <a:rPr sz="3000" b="1" dirty="0">
                <a:latin typeface="Calibri"/>
                <a:cs typeface="Calibri"/>
              </a:rPr>
              <a:t>yield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loss</a:t>
            </a:r>
            <a:endParaRPr sz="3000">
              <a:latin typeface="Calibri"/>
              <a:cs typeface="Calibri"/>
            </a:endParaRPr>
          </a:p>
          <a:p>
            <a:pPr marL="659765" marR="774065">
              <a:lnSpc>
                <a:spcPct val="100000"/>
              </a:lnSpc>
            </a:pPr>
            <a:r>
              <a:rPr sz="3000" b="1" spc="-20" dirty="0">
                <a:latin typeface="Calibri"/>
                <a:cs typeface="Calibri"/>
              </a:rPr>
              <a:t>Data-</a:t>
            </a:r>
            <a:r>
              <a:rPr sz="3000" b="1" dirty="0">
                <a:latin typeface="Calibri"/>
                <a:cs typeface="Calibri"/>
              </a:rPr>
              <a:t>driven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alerts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enable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timely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farmer action</a:t>
            </a:r>
            <a:endParaRPr sz="3000">
              <a:latin typeface="Calibri"/>
              <a:cs typeface="Calibri"/>
            </a:endParaRPr>
          </a:p>
          <a:p>
            <a:pPr marL="659765" marR="613410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Promotes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IPM-</a:t>
            </a:r>
            <a:r>
              <a:rPr sz="3000" b="1" dirty="0">
                <a:latin typeface="Calibri"/>
                <a:cs typeface="Calibri"/>
              </a:rPr>
              <a:t>based</a:t>
            </a:r>
            <a:r>
              <a:rPr sz="3000" b="1" spc="-7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recommendations</a:t>
            </a:r>
            <a:r>
              <a:rPr sz="3000" spc="-10" dirty="0">
                <a:latin typeface="Calibri"/>
                <a:cs typeface="Calibri"/>
              </a:rPr>
              <a:t>, </a:t>
            </a:r>
            <a:r>
              <a:rPr sz="3000" dirty="0">
                <a:latin typeface="Calibri"/>
                <a:cs typeface="Calibri"/>
              </a:rPr>
              <a:t>reducing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pesticide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use</a:t>
            </a:r>
            <a:endParaRPr sz="3000">
              <a:latin typeface="Calibri"/>
              <a:cs typeface="Calibri"/>
            </a:endParaRPr>
          </a:p>
          <a:p>
            <a:pPr marL="659765" marR="508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Improves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crop</a:t>
            </a:r>
            <a:r>
              <a:rPr sz="3000" b="1" spc="-10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health,</a:t>
            </a:r>
            <a:r>
              <a:rPr sz="3000" b="1" spc="-10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productivity</a:t>
            </a:r>
            <a:r>
              <a:rPr sz="3000" b="1" spc="-9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&amp;</a:t>
            </a:r>
            <a:r>
              <a:rPr sz="3000" b="1" spc="-10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farmer income</a:t>
            </a:r>
            <a:endParaRPr sz="3000">
              <a:latin typeface="Calibri"/>
              <a:cs typeface="Calibri"/>
            </a:endParaRPr>
          </a:p>
          <a:p>
            <a:pPr marL="659765" marR="1063625">
              <a:lnSpc>
                <a:spcPct val="100000"/>
              </a:lnSpc>
            </a:pPr>
            <a:r>
              <a:rPr sz="3000" b="1" dirty="0">
                <a:latin typeface="Calibri"/>
                <a:cs typeface="Calibri"/>
              </a:rPr>
              <a:t>Scalable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solution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small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&amp;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marginal farmers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6946" y="2967037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6946" y="3881437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6946" y="4795837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6946" y="5253037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03721" y="2259012"/>
            <a:ext cx="6512559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Future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Scope</a:t>
            </a:r>
            <a:endParaRPr sz="3000">
              <a:latin typeface="Calibri"/>
              <a:cs typeface="Calibri"/>
            </a:endParaRPr>
          </a:p>
          <a:p>
            <a:pPr marL="659765" marR="508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Support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multiple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crops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&amp;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regional pests</a:t>
            </a:r>
            <a:endParaRPr sz="3000">
              <a:latin typeface="Calibri"/>
              <a:cs typeface="Calibri"/>
            </a:endParaRPr>
          </a:p>
          <a:p>
            <a:pPr marL="659765" marR="285115">
              <a:lnSpc>
                <a:spcPct val="100000"/>
              </a:lnSpc>
            </a:pPr>
            <a:r>
              <a:rPr sz="3000" b="1" spc="-40" dirty="0">
                <a:latin typeface="Calibri"/>
                <a:cs typeface="Calibri"/>
              </a:rPr>
              <a:t>Weather-</a:t>
            </a:r>
            <a:r>
              <a:rPr sz="3000" b="1" dirty="0">
                <a:latin typeface="Calibri"/>
                <a:cs typeface="Calibri"/>
              </a:rPr>
              <a:t>based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prediction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spc="-10" dirty="0">
                <a:latin typeface="Calibri"/>
                <a:cs typeface="Calibri"/>
              </a:rPr>
              <a:t>preventive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alerts</a:t>
            </a:r>
            <a:endParaRPr sz="3000">
              <a:latin typeface="Calibri"/>
              <a:cs typeface="Calibri"/>
            </a:endParaRPr>
          </a:p>
          <a:p>
            <a:pPr marL="659765" marR="33655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Continuous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AI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model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improvement </a:t>
            </a:r>
            <a:r>
              <a:rPr sz="3000" b="1" dirty="0">
                <a:latin typeface="Calibri"/>
                <a:cs typeface="Calibri"/>
              </a:rPr>
              <a:t>Mobile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app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(Android/iOS)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with </a:t>
            </a:r>
            <a:r>
              <a:rPr sz="3000" spc="-30" dirty="0">
                <a:latin typeface="Calibri"/>
                <a:cs typeface="Calibri"/>
              </a:rPr>
              <a:t>camera-</a:t>
            </a:r>
            <a:r>
              <a:rPr sz="3000" dirty="0">
                <a:latin typeface="Calibri"/>
                <a:cs typeface="Calibri"/>
              </a:rPr>
              <a:t>based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detection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774" y="775160"/>
            <a:ext cx="29235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915" algn="l"/>
                <a:tab pos="1947545" algn="l"/>
              </a:tabLst>
            </a:pPr>
            <a:r>
              <a:rPr spc="-25" dirty="0"/>
              <a:t>Git</a:t>
            </a:r>
            <a:r>
              <a:rPr dirty="0"/>
              <a:t>	</a:t>
            </a:r>
            <a:r>
              <a:rPr spc="-25" dirty="0"/>
              <a:t>Hub</a:t>
            </a:r>
            <a:r>
              <a:rPr dirty="0"/>
              <a:t>	</a:t>
            </a:r>
            <a:r>
              <a:rPr spc="-20" dirty="0"/>
              <a:t>Link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647" y="219845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8742" y="1995254"/>
            <a:ext cx="4831715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GitHub Repo </a:t>
            </a:r>
            <a:r>
              <a:rPr sz="2400" b="1" spc="-10" dirty="0">
                <a:latin typeface="Calibri"/>
                <a:cs typeface="Calibri"/>
              </a:rPr>
              <a:t>Link-</a:t>
            </a:r>
            <a:endParaRPr sz="2400" dirty="0">
              <a:latin typeface="Calibri"/>
              <a:cs typeface="Calibri"/>
            </a:endParaRPr>
          </a:p>
          <a:p>
            <a:pPr marL="45720">
              <a:lnSpc>
                <a:spcPts val="2865"/>
              </a:lnSpc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itsmital</a:t>
            </a:r>
            <a:r>
              <a:rPr sz="2400" spc="-10" dirty="0">
                <a:latin typeface="Calibri"/>
                <a:cs typeface="Calibri"/>
                <a:hlinkClick r:id="rId3"/>
              </a:rPr>
              <a:t>ij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adhav06-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beep/pest-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detection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42291"/>
              </p:ext>
            </p:extLst>
          </p:nvPr>
        </p:nvGraphicFramePr>
        <p:xfrm>
          <a:off x="541629" y="1522424"/>
          <a:ext cx="16792575" cy="358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8445"/>
                <a:gridCol w="2798445"/>
                <a:gridCol w="2948305"/>
                <a:gridCol w="2649220"/>
                <a:gridCol w="2799080"/>
                <a:gridCol w="2799080"/>
              </a:tblGrid>
              <a:tr h="1037590">
                <a:tc>
                  <a:txBody>
                    <a:bodyPr/>
                    <a:lstStyle/>
                    <a:p>
                      <a:pPr marL="455295" marR="288925" indent="-159385">
                        <a:lnSpc>
                          <a:spcPts val="2850"/>
                        </a:lnSpc>
                        <a:spcBef>
                          <a:spcPts val="99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(as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bank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records):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2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62039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2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2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215265" marR="208279" indent="323850">
                        <a:lnSpc>
                          <a:spcPts val="2850"/>
                        </a:lnSpc>
                        <a:spcBef>
                          <a:spcPts val="99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(Savings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779780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IFSC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2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20000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20000"/>
                      </a:solidFill>
                      <a:prstDash val="solid"/>
                    </a:lnL>
                    <a:lnR w="12700">
                      <a:solidFill>
                        <a:srgbClr val="A20000"/>
                      </a:solidFill>
                      <a:prstDash val="solid"/>
                    </a:lnR>
                    <a:lnT w="12700">
                      <a:solidFill>
                        <a:srgbClr val="A20000"/>
                      </a:solidFill>
                      <a:prstDash val="solid"/>
                    </a:lnT>
                    <a:lnB w="12700">
                      <a:solidFill>
                        <a:srgbClr val="A2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45709" y="2916296"/>
            <a:ext cx="2147570" cy="2006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dirty="0">
                <a:latin typeface="Calibri"/>
                <a:cs typeface="Calibri"/>
              </a:rPr>
              <a:t>YASH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GOVIND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RATHI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000" dirty="0">
              <a:latin typeface="Calibri"/>
              <a:cs typeface="Calibri"/>
            </a:endParaRPr>
          </a:p>
          <a:p>
            <a:pPr marR="588010">
              <a:lnSpc>
                <a:spcPct val="115599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Soumya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Sachin Patharwalkar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Mitali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Jadhav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3943" y="2735321"/>
            <a:ext cx="2218690" cy="2187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dirty="0">
                <a:latin typeface="Calibri"/>
                <a:cs typeface="Calibri"/>
              </a:rPr>
              <a:t>BANK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latin typeface="Calibri"/>
                <a:cs typeface="Calibri"/>
              </a:rPr>
              <a:t>MAHARASHTRA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ts val="6300"/>
              </a:lnSpc>
              <a:spcBef>
                <a:spcPts val="509"/>
              </a:spcBef>
            </a:pPr>
            <a:r>
              <a:rPr sz="2000" dirty="0">
                <a:latin typeface="Calibri"/>
                <a:cs typeface="Calibri"/>
              </a:rPr>
              <a:t>Kotak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Mahindra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Bank </a:t>
            </a:r>
            <a:r>
              <a:rPr sz="2000" dirty="0">
                <a:latin typeface="Calibri"/>
                <a:cs typeface="Calibri"/>
              </a:rPr>
              <a:t>HDFC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Bank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2177" y="2735321"/>
            <a:ext cx="2693035" cy="217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dirty="0">
                <a:latin typeface="Calibri"/>
                <a:cs typeface="Calibri"/>
              </a:rPr>
              <a:t>PMC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PUNE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latin typeface="Calibri"/>
                <a:cs typeface="Calibri"/>
              </a:rPr>
              <a:t>(1430)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Pune-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Yerwada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BHANDARKAR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ROAD,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PUNE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9971" y="2916296"/>
            <a:ext cx="1891664" cy="2009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spc="-10" dirty="0">
                <a:latin typeface="Calibri"/>
                <a:cs typeface="Calibri"/>
              </a:rPr>
              <a:t>60425859532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5650400088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50100774668688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38643" y="2916296"/>
            <a:ext cx="912494" cy="2006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spc="-10" dirty="0">
                <a:latin typeface="Calibri"/>
                <a:cs typeface="Calibri"/>
              </a:rPr>
              <a:t>SAVINGS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262500"/>
              </a:lnSpc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SAVINGS SAVINGS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36874" y="2916296"/>
            <a:ext cx="1898525" cy="2016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2000" spc="-10" dirty="0" smtClean="0">
                <a:latin typeface="Calibri"/>
                <a:cs typeface="Calibri"/>
              </a:rPr>
              <a:t>MAHB0001430</a:t>
            </a:r>
            <a:endParaRPr sz="2000" dirty="0">
              <a:latin typeface="Calibri"/>
              <a:cs typeface="Calibri"/>
            </a:endParaRPr>
          </a:p>
          <a:p>
            <a:pPr marR="247015">
              <a:lnSpc>
                <a:spcPct val="262500"/>
              </a:lnSpc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KKBK0001782 </a:t>
            </a:r>
            <a:r>
              <a:rPr sz="2000" spc="-10" dirty="0" smtClean="0">
                <a:latin typeface="Calibri"/>
                <a:cs typeface="Calibri"/>
              </a:rPr>
              <a:t>HDFC00000</a:t>
            </a:r>
            <a:r>
              <a:rPr lang="en-US" sz="2000" spc="-10" dirty="0" smtClean="0">
                <a:latin typeface="Calibri"/>
                <a:cs typeface="Calibri"/>
              </a:rPr>
              <a:t>0</a:t>
            </a:r>
            <a:r>
              <a:rPr sz="2000" spc="-10" dirty="0" smtClean="0">
                <a:latin typeface="Calibri"/>
                <a:cs typeface="Calibri"/>
              </a:rPr>
              <a:t>7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4735" y="5414536"/>
            <a:ext cx="5190490" cy="3357879"/>
            <a:chOff x="804735" y="5414536"/>
            <a:chExt cx="5190490" cy="3357879"/>
          </a:xfrm>
        </p:grpSpPr>
        <p:sp>
          <p:nvSpPr>
            <p:cNvPr id="10" name="object 10">
              <a:hlinkClick r:id="rId2"/>
            </p:cNvPr>
            <p:cNvSpPr/>
            <p:nvPr/>
          </p:nvSpPr>
          <p:spPr>
            <a:xfrm>
              <a:off x="809574" y="5419375"/>
              <a:ext cx="5180965" cy="3348354"/>
            </a:xfrm>
            <a:custGeom>
              <a:avLst/>
              <a:gdLst/>
              <a:ahLst/>
              <a:cxnLst/>
              <a:rect l="l" t="t" r="r" b="b"/>
              <a:pathLst>
                <a:path w="5180965" h="3348354">
                  <a:moveTo>
                    <a:pt x="0" y="270508"/>
                  </a:moveTo>
                  <a:lnTo>
                    <a:pt x="4368" y="221874"/>
                  </a:lnTo>
                  <a:lnTo>
                    <a:pt x="16964" y="176104"/>
                  </a:lnTo>
                  <a:lnTo>
                    <a:pt x="37021" y="133961"/>
                  </a:lnTo>
                  <a:lnTo>
                    <a:pt x="63774" y="96208"/>
                  </a:lnTo>
                  <a:lnTo>
                    <a:pt x="96456" y="63608"/>
                  </a:lnTo>
                  <a:lnTo>
                    <a:pt x="134301" y="36924"/>
                  </a:lnTo>
                  <a:lnTo>
                    <a:pt x="176543" y="16919"/>
                  </a:lnTo>
                  <a:lnTo>
                    <a:pt x="222417" y="4357"/>
                  </a:lnTo>
                  <a:lnTo>
                    <a:pt x="271156" y="0"/>
                  </a:lnTo>
                  <a:lnTo>
                    <a:pt x="4909454" y="0"/>
                  </a:lnTo>
                  <a:lnTo>
                    <a:pt x="4958193" y="4357"/>
                  </a:lnTo>
                  <a:lnTo>
                    <a:pt x="5004067" y="16919"/>
                  </a:lnTo>
                  <a:lnTo>
                    <a:pt x="5046309" y="36924"/>
                  </a:lnTo>
                  <a:lnTo>
                    <a:pt x="5084154" y="63608"/>
                  </a:lnTo>
                  <a:lnTo>
                    <a:pt x="5116836" y="96208"/>
                  </a:lnTo>
                  <a:lnTo>
                    <a:pt x="5143589" y="133961"/>
                  </a:lnTo>
                  <a:lnTo>
                    <a:pt x="5163646" y="176104"/>
                  </a:lnTo>
                  <a:lnTo>
                    <a:pt x="5176242" y="221874"/>
                  </a:lnTo>
                  <a:lnTo>
                    <a:pt x="5180611" y="270508"/>
                  </a:lnTo>
                  <a:lnTo>
                    <a:pt x="5180611" y="3077694"/>
                  </a:lnTo>
                  <a:lnTo>
                    <a:pt x="5176242" y="3126302"/>
                  </a:lnTo>
                  <a:lnTo>
                    <a:pt x="5163646" y="3172058"/>
                  </a:lnTo>
                  <a:lnTo>
                    <a:pt x="5143589" y="3214197"/>
                  </a:lnTo>
                  <a:lnTo>
                    <a:pt x="5116836" y="3251954"/>
                  </a:lnTo>
                  <a:lnTo>
                    <a:pt x="5084155" y="3284562"/>
                  </a:lnTo>
                  <a:lnTo>
                    <a:pt x="5046310" y="3311256"/>
                  </a:lnTo>
                  <a:lnTo>
                    <a:pt x="5004067" y="3331271"/>
                  </a:lnTo>
                  <a:lnTo>
                    <a:pt x="4958194" y="3343842"/>
                  </a:lnTo>
                  <a:lnTo>
                    <a:pt x="4909454" y="3348202"/>
                  </a:lnTo>
                  <a:lnTo>
                    <a:pt x="271156" y="3348202"/>
                  </a:lnTo>
                  <a:lnTo>
                    <a:pt x="222417" y="3343842"/>
                  </a:lnTo>
                  <a:lnTo>
                    <a:pt x="176543" y="3331271"/>
                  </a:lnTo>
                  <a:lnTo>
                    <a:pt x="134301" y="3311256"/>
                  </a:lnTo>
                  <a:lnTo>
                    <a:pt x="96456" y="3284562"/>
                  </a:lnTo>
                  <a:lnTo>
                    <a:pt x="63774" y="3251954"/>
                  </a:lnTo>
                  <a:lnTo>
                    <a:pt x="37021" y="3214197"/>
                  </a:lnTo>
                  <a:lnTo>
                    <a:pt x="16964" y="3172058"/>
                  </a:lnTo>
                  <a:lnTo>
                    <a:pt x="4368" y="3126302"/>
                  </a:lnTo>
                  <a:lnTo>
                    <a:pt x="0" y="3077694"/>
                  </a:lnTo>
                  <a:lnTo>
                    <a:pt x="0" y="270508"/>
                  </a:lnTo>
                  <a:close/>
                </a:path>
              </a:pathLst>
            </a:custGeom>
            <a:ln w="9676">
              <a:solidFill>
                <a:srgbClr val="E6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473" y="5488884"/>
              <a:ext cx="4886324" cy="319087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478130" y="5414536"/>
            <a:ext cx="5120640" cy="3374390"/>
            <a:chOff x="6478130" y="5414536"/>
            <a:chExt cx="5120640" cy="3374390"/>
          </a:xfrm>
        </p:grpSpPr>
        <p:sp>
          <p:nvSpPr>
            <p:cNvPr id="13" name="object 13">
              <a:hlinkClick r:id="rId2"/>
            </p:cNvPr>
            <p:cNvSpPr/>
            <p:nvPr/>
          </p:nvSpPr>
          <p:spPr>
            <a:xfrm>
              <a:off x="6482968" y="5419375"/>
              <a:ext cx="5111115" cy="3364865"/>
            </a:xfrm>
            <a:custGeom>
              <a:avLst/>
              <a:gdLst/>
              <a:ahLst/>
              <a:cxnLst/>
              <a:rect l="l" t="t" r="r" b="b"/>
              <a:pathLst>
                <a:path w="5111115" h="3364865">
                  <a:moveTo>
                    <a:pt x="0" y="271766"/>
                  </a:moveTo>
                  <a:lnTo>
                    <a:pt x="4389" y="222911"/>
                  </a:lnTo>
                  <a:lnTo>
                    <a:pt x="17045" y="176930"/>
                  </a:lnTo>
                  <a:lnTo>
                    <a:pt x="37197" y="134592"/>
                  </a:lnTo>
                  <a:lnTo>
                    <a:pt x="64075" y="96663"/>
                  </a:lnTo>
                  <a:lnTo>
                    <a:pt x="96910" y="63910"/>
                  </a:lnTo>
                  <a:lnTo>
                    <a:pt x="134931" y="37100"/>
                  </a:lnTo>
                  <a:lnTo>
                    <a:pt x="177369" y="17000"/>
                  </a:lnTo>
                  <a:lnTo>
                    <a:pt x="223453" y="4377"/>
                  </a:lnTo>
                  <a:lnTo>
                    <a:pt x="272413" y="0"/>
                  </a:lnTo>
                  <a:lnTo>
                    <a:pt x="4838350" y="0"/>
                  </a:lnTo>
                  <a:lnTo>
                    <a:pt x="4887311" y="4377"/>
                  </a:lnTo>
                  <a:lnTo>
                    <a:pt x="4933396" y="17000"/>
                  </a:lnTo>
                  <a:lnTo>
                    <a:pt x="4975833" y="37100"/>
                  </a:lnTo>
                  <a:lnTo>
                    <a:pt x="5013855" y="63910"/>
                  </a:lnTo>
                  <a:lnTo>
                    <a:pt x="5046689" y="96663"/>
                  </a:lnTo>
                  <a:lnTo>
                    <a:pt x="5073568" y="134592"/>
                  </a:lnTo>
                  <a:lnTo>
                    <a:pt x="5093720" y="176930"/>
                  </a:lnTo>
                  <a:lnTo>
                    <a:pt x="5106375" y="222911"/>
                  </a:lnTo>
                  <a:lnTo>
                    <a:pt x="5110765" y="271766"/>
                  </a:lnTo>
                  <a:lnTo>
                    <a:pt x="5110765" y="3092695"/>
                  </a:lnTo>
                  <a:lnTo>
                    <a:pt x="5106375" y="3141550"/>
                  </a:lnTo>
                  <a:lnTo>
                    <a:pt x="5093720" y="3187530"/>
                  </a:lnTo>
                  <a:lnTo>
                    <a:pt x="5073568" y="3229869"/>
                  </a:lnTo>
                  <a:lnTo>
                    <a:pt x="5046689" y="3267798"/>
                  </a:lnTo>
                  <a:lnTo>
                    <a:pt x="5013855" y="3300551"/>
                  </a:lnTo>
                  <a:lnTo>
                    <a:pt x="4975833" y="3327361"/>
                  </a:lnTo>
                  <a:lnTo>
                    <a:pt x="4933396" y="3347461"/>
                  </a:lnTo>
                  <a:lnTo>
                    <a:pt x="4887311" y="3360083"/>
                  </a:lnTo>
                  <a:lnTo>
                    <a:pt x="4838350" y="3364461"/>
                  </a:lnTo>
                  <a:lnTo>
                    <a:pt x="272414" y="3364461"/>
                  </a:lnTo>
                  <a:lnTo>
                    <a:pt x="223453" y="3360083"/>
                  </a:lnTo>
                  <a:lnTo>
                    <a:pt x="177369" y="3347461"/>
                  </a:lnTo>
                  <a:lnTo>
                    <a:pt x="134932" y="3327361"/>
                  </a:lnTo>
                  <a:lnTo>
                    <a:pt x="96911" y="3300551"/>
                  </a:lnTo>
                  <a:lnTo>
                    <a:pt x="64076" y="3267798"/>
                  </a:lnTo>
                  <a:lnTo>
                    <a:pt x="37198" y="3229869"/>
                  </a:lnTo>
                  <a:lnTo>
                    <a:pt x="17046" y="3187530"/>
                  </a:lnTo>
                  <a:lnTo>
                    <a:pt x="4390" y="3141550"/>
                  </a:lnTo>
                  <a:lnTo>
                    <a:pt x="0" y="3092695"/>
                  </a:lnTo>
                  <a:lnTo>
                    <a:pt x="0" y="271766"/>
                  </a:lnTo>
                  <a:close/>
                </a:path>
              </a:pathLst>
            </a:custGeom>
            <a:ln w="9676">
              <a:solidFill>
                <a:srgbClr val="E6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5249" y="5717081"/>
              <a:ext cx="4854086" cy="285199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041533" y="5398180"/>
            <a:ext cx="5726430" cy="3357879"/>
            <a:chOff x="12041533" y="5398180"/>
            <a:chExt cx="5726430" cy="3357879"/>
          </a:xfrm>
        </p:grpSpPr>
        <p:sp>
          <p:nvSpPr>
            <p:cNvPr id="16" name="object 16">
              <a:hlinkClick r:id="rId2"/>
            </p:cNvPr>
            <p:cNvSpPr/>
            <p:nvPr/>
          </p:nvSpPr>
          <p:spPr>
            <a:xfrm>
              <a:off x="12046371" y="5403018"/>
              <a:ext cx="5716905" cy="3348354"/>
            </a:xfrm>
            <a:custGeom>
              <a:avLst/>
              <a:gdLst/>
              <a:ahLst/>
              <a:cxnLst/>
              <a:rect l="l" t="t" r="r" b="b"/>
              <a:pathLst>
                <a:path w="5716905" h="3348354">
                  <a:moveTo>
                    <a:pt x="96" y="270508"/>
                  </a:moveTo>
                  <a:lnTo>
                    <a:pt x="4469" y="221900"/>
                  </a:lnTo>
                  <a:lnTo>
                    <a:pt x="17075" y="176143"/>
                  </a:lnTo>
                  <a:lnTo>
                    <a:pt x="37147" y="134004"/>
                  </a:lnTo>
                  <a:lnTo>
                    <a:pt x="63920" y="96248"/>
                  </a:lnTo>
                  <a:lnTo>
                    <a:pt x="96626" y="63640"/>
                  </a:lnTo>
                  <a:lnTo>
                    <a:pt x="134498" y="36945"/>
                  </a:lnTo>
                  <a:lnTo>
                    <a:pt x="176770" y="16930"/>
                  </a:lnTo>
                  <a:lnTo>
                    <a:pt x="222675" y="4360"/>
                  </a:lnTo>
                  <a:lnTo>
                    <a:pt x="271447" y="0"/>
                  </a:lnTo>
                  <a:lnTo>
                    <a:pt x="5445383" y="0"/>
                  </a:lnTo>
                  <a:lnTo>
                    <a:pt x="5494154" y="4357"/>
                  </a:lnTo>
                  <a:lnTo>
                    <a:pt x="5540060" y="16919"/>
                  </a:lnTo>
                  <a:lnTo>
                    <a:pt x="5582332" y="36924"/>
                  </a:lnTo>
                  <a:lnTo>
                    <a:pt x="5620204" y="63608"/>
                  </a:lnTo>
                  <a:lnTo>
                    <a:pt x="5652910" y="96208"/>
                  </a:lnTo>
                  <a:lnTo>
                    <a:pt x="5679682" y="133961"/>
                  </a:lnTo>
                  <a:lnTo>
                    <a:pt x="5699755" y="176104"/>
                  </a:lnTo>
                  <a:lnTo>
                    <a:pt x="5712361" y="221874"/>
                  </a:lnTo>
                  <a:lnTo>
                    <a:pt x="5716733" y="270508"/>
                  </a:lnTo>
                  <a:lnTo>
                    <a:pt x="5716733" y="3077694"/>
                  </a:lnTo>
                  <a:lnTo>
                    <a:pt x="5712361" y="3126302"/>
                  </a:lnTo>
                  <a:lnTo>
                    <a:pt x="5699755" y="3172058"/>
                  </a:lnTo>
                  <a:lnTo>
                    <a:pt x="5679682" y="3214197"/>
                  </a:lnTo>
                  <a:lnTo>
                    <a:pt x="5652910" y="3251954"/>
                  </a:lnTo>
                  <a:lnTo>
                    <a:pt x="5620204" y="3284562"/>
                  </a:lnTo>
                  <a:lnTo>
                    <a:pt x="5582332" y="3311256"/>
                  </a:lnTo>
                  <a:lnTo>
                    <a:pt x="5540060" y="3331271"/>
                  </a:lnTo>
                  <a:lnTo>
                    <a:pt x="5494154" y="3343842"/>
                  </a:lnTo>
                  <a:lnTo>
                    <a:pt x="5445383" y="3348202"/>
                  </a:lnTo>
                  <a:lnTo>
                    <a:pt x="271350" y="3348202"/>
                  </a:lnTo>
                  <a:lnTo>
                    <a:pt x="222579" y="3343845"/>
                  </a:lnTo>
                  <a:lnTo>
                    <a:pt x="176673" y="3331282"/>
                  </a:lnTo>
                  <a:lnTo>
                    <a:pt x="134401" y="3311278"/>
                  </a:lnTo>
                  <a:lnTo>
                    <a:pt x="96529" y="3284594"/>
                  </a:lnTo>
                  <a:lnTo>
                    <a:pt x="63823" y="3251993"/>
                  </a:lnTo>
                  <a:lnTo>
                    <a:pt x="37050" y="3214240"/>
                  </a:lnTo>
                  <a:lnTo>
                    <a:pt x="16978" y="3172097"/>
                  </a:lnTo>
                  <a:lnTo>
                    <a:pt x="4372" y="3126327"/>
                  </a:lnTo>
                  <a:lnTo>
                    <a:pt x="0" y="3077694"/>
                  </a:lnTo>
                  <a:lnTo>
                    <a:pt x="96" y="270508"/>
                  </a:lnTo>
                  <a:close/>
                </a:path>
              </a:pathLst>
            </a:custGeom>
            <a:ln w="9677">
              <a:solidFill>
                <a:srgbClr val="E6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93534" y="5708389"/>
              <a:ext cx="5569874" cy="254502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56774" y="775160"/>
            <a:ext cx="29756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5245" algn="l"/>
              </a:tabLst>
            </a:pPr>
            <a:r>
              <a:rPr spc="-20" dirty="0"/>
              <a:t>Bank</a:t>
            </a:r>
            <a:r>
              <a:rPr dirty="0"/>
              <a:t>	</a:t>
            </a:r>
            <a:r>
              <a:rPr spc="-10" dirty="0"/>
              <a:t>Details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305005" y="8877077"/>
            <a:ext cx="1789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YASH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GOVIND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49261" y="8819927"/>
            <a:ext cx="3356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Soumya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Sachin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Patharwalkar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35703" y="8848502"/>
            <a:ext cx="1507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Mitali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Jadhav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3011" y="4410843"/>
            <a:ext cx="406209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1910" algn="l"/>
              </a:tabLst>
            </a:pPr>
            <a:r>
              <a:rPr sz="7500" b="0" spc="-10" dirty="0">
                <a:latin typeface="Calibri"/>
                <a:cs typeface="Calibri"/>
              </a:rPr>
              <a:t>Thank</a:t>
            </a:r>
            <a:r>
              <a:rPr sz="7500" b="0" dirty="0">
                <a:latin typeface="Calibri"/>
                <a:cs typeface="Calibri"/>
              </a:rPr>
              <a:t>	</a:t>
            </a:r>
            <a:r>
              <a:rPr sz="7500" b="0" spc="-25" dirty="0">
                <a:latin typeface="Calibri"/>
                <a:cs typeface="Calibri"/>
              </a:rPr>
              <a:t>You</a:t>
            </a:r>
            <a:endParaRPr sz="75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453</Words>
  <Application>Microsoft Office PowerPoint</Application>
  <PresentationFormat>Custom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Office Theme</vt:lpstr>
      <vt:lpstr>VOIS Innovation Marathon 2.0</vt:lpstr>
      <vt:lpstr>Project Title : PestGuard AI – Smart Pest Early Warning System</vt:lpstr>
      <vt:lpstr>Problem Statement</vt:lpstr>
      <vt:lpstr>Why This Project Matters &amp; Who It Serves</vt:lpstr>
      <vt:lpstr>The Solution Proposed</vt:lpstr>
      <vt:lpstr>AI-Driven Pest Management: Value at a Glance</vt:lpstr>
      <vt:lpstr>THE WOW IN YOUR SOLUTION</vt:lpstr>
      <vt:lpstr>Technical flow diagram -</vt:lpstr>
      <vt:lpstr>Neural Network Architecture</vt:lpstr>
      <vt:lpstr>Workflow diagram</vt:lpstr>
      <vt:lpstr>Novelty and Uniqueness</vt:lpstr>
      <vt:lpstr>Screen shots of your project - Predict Page -</vt:lpstr>
      <vt:lpstr>Screen shots of your project - Live Monitoring Page -</vt:lpstr>
      <vt:lpstr>Screen shots of your project - Analytic Dashboard Page - (Monthly Summary + Recent Detections + Detection Trends + Daily Analysis)</vt:lpstr>
      <vt:lpstr>Impact &amp; Future Scope</vt:lpstr>
      <vt:lpstr>Git Hub Link</vt:lpstr>
      <vt:lpstr>Bank Details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for VOIS Marathon2.0.pptx</dc:title>
  <dc:creator>Its.Mitalijadhav</dc:creator>
  <cp:keywords>DAHAo5Ostf8,BAGzfzL55BY,0</cp:keywords>
  <cp:lastModifiedBy>Microsoft account</cp:lastModifiedBy>
  <cp:revision>7</cp:revision>
  <dcterms:created xsi:type="dcterms:W3CDTF">2026-02-10T10:21:56Z</dcterms:created>
  <dcterms:modified xsi:type="dcterms:W3CDTF">2026-02-10T10:40:43Z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2026-02-10T00:00:00Z</vt:filetime>
  </property>
  <property fmtid="{D5CDD505-2E9C-101B-9397-08002B2CF9AE}" pid="5" name="Producer">
    <vt:lpwstr>Canva</vt:lpwstr>
  </property>
</Properties>
</file>